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5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92" r:id="rId11"/>
    <p:sldId id="268" r:id="rId12"/>
    <p:sldId id="278" r:id="rId13"/>
    <p:sldId id="279" r:id="rId14"/>
    <p:sldId id="280" r:id="rId15"/>
    <p:sldId id="281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2" r:id="rId25"/>
    <p:sldId id="284" r:id="rId26"/>
    <p:sldId id="285" r:id="rId27"/>
    <p:sldId id="286" r:id="rId28"/>
    <p:sldId id="287" r:id="rId29"/>
    <p:sldId id="288" r:id="rId30"/>
    <p:sldId id="289" r:id="rId31"/>
    <p:sldId id="291" r:id="rId32"/>
    <p:sldId id="265" r:id="rId33"/>
    <p:sldId id="266" r:id="rId34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Instrument Sans Bold" panose="020B0604020202020204" charset="0"/>
      <p:regular r:id="rId40"/>
    </p:embeddedFont>
    <p:embeddedFont>
      <p:font typeface="Instrument Sans Medium" panose="020B0604020202020204" charset="0"/>
      <p:regular r:id="rId41"/>
    </p:embeddedFont>
    <p:embeddedFont>
      <p:font typeface="Instrument Sans SemiBold" panose="020B0604020202020204" charset="0"/>
      <p:regular r:id="rId42"/>
    </p:embeddedFont>
    <p:embeddedFont>
      <p:font typeface="Tw Cen MT" panose="020B0602020104020603" pitchFamily="34" charset="0"/>
      <p:regular r:id="rId43"/>
      <p:bold r:id="rId44"/>
      <p:italic r:id="rId45"/>
      <p:boldItalic r:id="rId4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69AA"/>
    <a:srgbClr val="114F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2ACC4C-E444-475A-8906-0CE94D0704F8}" v="76" dt="2026-10-01T04:10:42.9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0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Praneeth" userId="0e51eccbd3ae1fbc" providerId="LiveId" clId="{DCCAEE51-E60B-4B19-8B93-FE9B1A902F83}"/>
    <pc:docChg chg="undo custSel addSld delSld modSld sldOrd modMainMaster">
      <pc:chgData name="M Praneeth" userId="0e51eccbd3ae1fbc" providerId="LiveId" clId="{DCCAEE51-E60B-4B19-8B93-FE9B1A902F83}" dt="2026-10-01T04:11:21.848" v="1251" actId="2696"/>
      <pc:docMkLst>
        <pc:docMk/>
      </pc:docMkLst>
      <pc:sldChg chg="modSp del mod ord">
        <pc:chgData name="M Praneeth" userId="0e51eccbd3ae1fbc" providerId="LiveId" clId="{DCCAEE51-E60B-4B19-8B93-FE9B1A902F83}" dt="2026-10-01T04:11:21.848" v="1251" actId="2696"/>
        <pc:sldMkLst>
          <pc:docMk/>
          <pc:sldMk cId="0" sldId="263"/>
        </pc:sldMkLst>
        <pc:spChg chg="mod">
          <ac:chgData name="M Praneeth" userId="0e51eccbd3ae1fbc" providerId="LiveId" clId="{DCCAEE51-E60B-4B19-8B93-FE9B1A902F83}" dt="2026-09-30T08:17:08.116" v="768" actId="20577"/>
          <ac:spMkLst>
            <pc:docMk/>
            <pc:sldMk cId="0" sldId="263"/>
            <ac:spMk id="10" creationId="{00000000-0000-0000-0000-000000000000}"/>
          </ac:spMkLst>
        </pc:spChg>
      </pc:sldChg>
      <pc:sldChg chg="ord">
        <pc:chgData name="M Praneeth" userId="0e51eccbd3ae1fbc" providerId="LiveId" clId="{DCCAEE51-E60B-4B19-8B93-FE9B1A902F83}" dt="2026-09-29T18:35:36.051" v="630"/>
        <pc:sldMkLst>
          <pc:docMk/>
          <pc:sldMk cId="0" sldId="264"/>
        </pc:sldMkLst>
      </pc:sldChg>
      <pc:sldChg chg="addSp delSp modSp mod">
        <pc:chgData name="M Praneeth" userId="0e51eccbd3ae1fbc" providerId="LiveId" clId="{DCCAEE51-E60B-4B19-8B93-FE9B1A902F83}" dt="2026-09-30T16:55:12.057" v="1107" actId="14100"/>
        <pc:sldMkLst>
          <pc:docMk/>
          <pc:sldMk cId="0" sldId="265"/>
        </pc:sldMkLst>
        <pc:spChg chg="mod">
          <ac:chgData name="M Praneeth" userId="0e51eccbd3ae1fbc" providerId="LiveId" clId="{DCCAEE51-E60B-4B19-8B93-FE9B1A902F83}" dt="2026-09-30T16:49:47.238" v="1072" actId="20577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M Praneeth" userId="0e51eccbd3ae1fbc" providerId="LiveId" clId="{DCCAEE51-E60B-4B19-8B93-FE9B1A902F83}" dt="2026-09-30T16:54:13.357" v="1096" actId="478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M Praneeth" userId="0e51eccbd3ae1fbc" providerId="LiveId" clId="{DCCAEE51-E60B-4B19-8B93-FE9B1A902F83}" dt="2026-09-30T16:54:13.357" v="1096" actId="478"/>
          <ac:spMkLst>
            <pc:docMk/>
            <pc:sldMk cId="0" sldId="265"/>
            <ac:spMk id="4" creationId="{00000000-0000-0000-0000-000000000000}"/>
          </ac:spMkLst>
        </pc:spChg>
        <pc:spChg chg="del mod">
          <ac:chgData name="M Praneeth" userId="0e51eccbd3ae1fbc" providerId="LiveId" clId="{DCCAEE51-E60B-4B19-8B93-FE9B1A902F83}" dt="2026-09-30T16:54:13.357" v="1096" actId="478"/>
          <ac:spMkLst>
            <pc:docMk/>
            <pc:sldMk cId="0" sldId="265"/>
            <ac:spMk id="5" creationId="{00000000-0000-0000-0000-000000000000}"/>
          </ac:spMkLst>
        </pc:spChg>
        <pc:spChg chg="del mod">
          <ac:chgData name="M Praneeth" userId="0e51eccbd3ae1fbc" providerId="LiveId" clId="{DCCAEE51-E60B-4B19-8B93-FE9B1A902F83}" dt="2026-09-30T16:54:13.357" v="1096" actId="478"/>
          <ac:spMkLst>
            <pc:docMk/>
            <pc:sldMk cId="0" sldId="265"/>
            <ac:spMk id="6" creationId="{00000000-0000-0000-0000-000000000000}"/>
          </ac:spMkLst>
        </pc:spChg>
        <pc:spChg chg="add del mod">
          <ac:chgData name="M Praneeth" userId="0e51eccbd3ae1fbc" providerId="LiveId" clId="{DCCAEE51-E60B-4B19-8B93-FE9B1A902F83}" dt="2026-09-30T16:54:02.915" v="1095"/>
          <ac:spMkLst>
            <pc:docMk/>
            <pc:sldMk cId="0" sldId="265"/>
            <ac:spMk id="7" creationId="{77C42B23-C528-8171-9595-1EF32C79F753}"/>
          </ac:spMkLst>
        </pc:spChg>
        <pc:spChg chg="del">
          <ac:chgData name="M Praneeth" userId="0e51eccbd3ae1fbc" providerId="LiveId" clId="{DCCAEE51-E60B-4B19-8B93-FE9B1A902F83}" dt="2026-09-30T16:49:31.838" v="1058" actId="478"/>
          <ac:spMkLst>
            <pc:docMk/>
            <pc:sldMk cId="0" sldId="265"/>
            <ac:spMk id="8" creationId="{00000000-0000-0000-0000-000000000000}"/>
          </ac:spMkLst>
        </pc:spChg>
        <pc:spChg chg="del mod">
          <ac:chgData name="M Praneeth" userId="0e51eccbd3ae1fbc" providerId="LiveId" clId="{DCCAEE51-E60B-4B19-8B93-FE9B1A902F83}" dt="2026-09-30T16:54:13.357" v="1096" actId="478"/>
          <ac:spMkLst>
            <pc:docMk/>
            <pc:sldMk cId="0" sldId="265"/>
            <ac:spMk id="9" creationId="{00000000-0000-0000-0000-000000000000}"/>
          </ac:spMkLst>
        </pc:spChg>
        <pc:spChg chg="add mod">
          <ac:chgData name="M Praneeth" userId="0e51eccbd3ae1fbc" providerId="LiveId" clId="{DCCAEE51-E60B-4B19-8B93-FE9B1A902F83}" dt="2026-09-30T16:55:12.057" v="1107" actId="14100"/>
          <ac:spMkLst>
            <pc:docMk/>
            <pc:sldMk cId="0" sldId="265"/>
            <ac:spMk id="11" creationId="{F5BE7CC8-69F5-6B9E-27F8-E3D63674266C}"/>
          </ac:spMkLst>
        </pc:spChg>
      </pc:sldChg>
      <pc:sldChg chg="modSp mod">
        <pc:chgData name="M Praneeth" userId="0e51eccbd3ae1fbc" providerId="LiveId" clId="{DCCAEE51-E60B-4B19-8B93-FE9B1A902F83}" dt="2026-09-29T15:49:52.434" v="2" actId="1036"/>
        <pc:sldMkLst>
          <pc:docMk/>
          <pc:sldMk cId="3432112163" sldId="268"/>
        </pc:sldMkLst>
        <pc:picChg chg="mod">
          <ac:chgData name="M Praneeth" userId="0e51eccbd3ae1fbc" providerId="LiveId" clId="{DCCAEE51-E60B-4B19-8B93-FE9B1A902F83}" dt="2026-09-29T15:49:52.434" v="2" actId="1036"/>
          <ac:picMkLst>
            <pc:docMk/>
            <pc:sldMk cId="3432112163" sldId="268"/>
            <ac:picMk id="5" creationId="{99641DF6-3F81-CA18-4A62-52830844B8DD}"/>
          </ac:picMkLst>
        </pc:picChg>
      </pc:sldChg>
      <pc:sldChg chg="addSp delSp modSp new mod">
        <pc:chgData name="M Praneeth" userId="0e51eccbd3ae1fbc" providerId="LiveId" clId="{DCCAEE51-E60B-4B19-8B93-FE9B1A902F83}" dt="2026-09-30T17:02:39.951" v="1127" actId="2710"/>
        <pc:sldMkLst>
          <pc:docMk/>
          <pc:sldMk cId="3640616823" sldId="269"/>
        </pc:sldMkLst>
        <pc:spChg chg="add mod">
          <ac:chgData name="M Praneeth" userId="0e51eccbd3ae1fbc" providerId="LiveId" clId="{DCCAEE51-E60B-4B19-8B93-FE9B1A902F83}" dt="2026-09-29T18:25:31.712" v="560" actId="115"/>
          <ac:spMkLst>
            <pc:docMk/>
            <pc:sldMk cId="3640616823" sldId="269"/>
            <ac:spMk id="2" creationId="{8C95AA7A-A87C-EE4D-87DD-877364391CB0}"/>
          </ac:spMkLst>
        </pc:spChg>
        <pc:spChg chg="add mod">
          <ac:chgData name="M Praneeth" userId="0e51eccbd3ae1fbc" providerId="LiveId" clId="{DCCAEE51-E60B-4B19-8B93-FE9B1A902F83}" dt="2026-09-30T17:02:18.413" v="1126" actId="2710"/>
          <ac:spMkLst>
            <pc:docMk/>
            <pc:sldMk cId="3640616823" sldId="269"/>
            <ac:spMk id="4" creationId="{5D8F91D5-D82E-CB16-1853-46A67AACE485}"/>
          </ac:spMkLst>
        </pc:spChg>
        <pc:spChg chg="add mod">
          <ac:chgData name="M Praneeth" userId="0e51eccbd3ae1fbc" providerId="LiveId" clId="{DCCAEE51-E60B-4B19-8B93-FE9B1A902F83}" dt="2026-09-30T17:02:39.951" v="1127" actId="2710"/>
          <ac:spMkLst>
            <pc:docMk/>
            <pc:sldMk cId="3640616823" sldId="269"/>
            <ac:spMk id="5" creationId="{86679948-CF91-F4E0-CA04-BCDBFD04B634}"/>
          </ac:spMkLst>
        </pc:spChg>
        <pc:spChg chg="add mod">
          <ac:chgData name="M Praneeth" userId="0e51eccbd3ae1fbc" providerId="LiveId" clId="{DCCAEE51-E60B-4B19-8B93-FE9B1A902F83}" dt="2026-09-30T17:02:00.561" v="1124" actId="1076"/>
          <ac:spMkLst>
            <pc:docMk/>
            <pc:sldMk cId="3640616823" sldId="269"/>
            <ac:spMk id="6" creationId="{8F0B7FEE-4B10-961A-4A0A-2832D620880E}"/>
          </ac:spMkLst>
        </pc:spChg>
        <pc:spChg chg="add mod">
          <ac:chgData name="M Praneeth" userId="0e51eccbd3ae1fbc" providerId="LiveId" clId="{DCCAEE51-E60B-4B19-8B93-FE9B1A902F83}" dt="2026-09-30T17:01:56.380" v="1123" actId="1076"/>
          <ac:spMkLst>
            <pc:docMk/>
            <pc:sldMk cId="3640616823" sldId="269"/>
            <ac:spMk id="10" creationId="{76AD6000-07BD-FD37-45B1-67D16077E7E8}"/>
          </ac:spMkLst>
        </pc:spChg>
        <pc:picChg chg="add mod">
          <ac:chgData name="M Praneeth" userId="0e51eccbd3ae1fbc" providerId="LiveId" clId="{DCCAEE51-E60B-4B19-8B93-FE9B1A902F83}" dt="2026-09-30T17:01:50.874" v="1122" actId="1076"/>
          <ac:picMkLst>
            <pc:docMk/>
            <pc:sldMk cId="3640616823" sldId="269"/>
            <ac:picMk id="7" creationId="{ACD3DF3D-745D-1164-2E6D-AA7EAC1035DE}"/>
          </ac:picMkLst>
        </pc:picChg>
        <pc:picChg chg="add mod">
          <ac:chgData name="M Praneeth" userId="0e51eccbd3ae1fbc" providerId="LiveId" clId="{DCCAEE51-E60B-4B19-8B93-FE9B1A902F83}" dt="2026-09-30T17:01:45.891" v="1121" actId="1076"/>
          <ac:picMkLst>
            <pc:docMk/>
            <pc:sldMk cId="3640616823" sldId="269"/>
            <ac:picMk id="9" creationId="{D41951E4-D4D0-07E4-4096-3323F83D2D64}"/>
          </ac:picMkLst>
        </pc:picChg>
      </pc:sldChg>
      <pc:sldChg chg="addSp delSp modSp add mod">
        <pc:chgData name="M Praneeth" userId="0e51eccbd3ae1fbc" providerId="LiveId" clId="{DCCAEE51-E60B-4B19-8B93-FE9B1A902F83}" dt="2026-09-29T18:38:23.763" v="656" actId="115"/>
        <pc:sldMkLst>
          <pc:docMk/>
          <pc:sldMk cId="3524904277" sldId="270"/>
        </pc:sldMkLst>
        <pc:spChg chg="mod">
          <ac:chgData name="M Praneeth" userId="0e51eccbd3ae1fbc" providerId="LiveId" clId="{DCCAEE51-E60B-4B19-8B93-FE9B1A902F83}" dt="2026-09-29T18:30:51.497" v="605" actId="20577"/>
          <ac:spMkLst>
            <pc:docMk/>
            <pc:sldMk cId="3524904277" sldId="270"/>
            <ac:spMk id="4" creationId="{ABA56D0A-6B94-636C-1EBD-D75A59B2041F}"/>
          </ac:spMkLst>
        </pc:spChg>
        <pc:spChg chg="mod">
          <ac:chgData name="M Praneeth" userId="0e51eccbd3ae1fbc" providerId="LiveId" clId="{DCCAEE51-E60B-4B19-8B93-FE9B1A902F83}" dt="2026-09-29T18:30:37.280" v="597" actId="20577"/>
          <ac:spMkLst>
            <pc:docMk/>
            <pc:sldMk cId="3524904277" sldId="270"/>
            <ac:spMk id="5" creationId="{84C0CE5E-18A9-EFE1-6978-C257DF5C87DA}"/>
          </ac:spMkLst>
        </pc:spChg>
        <pc:spChg chg="add mod">
          <ac:chgData name="M Praneeth" userId="0e51eccbd3ae1fbc" providerId="LiveId" clId="{DCCAEE51-E60B-4B19-8B93-FE9B1A902F83}" dt="2026-09-29T18:38:13.207" v="654" actId="115"/>
          <ac:spMkLst>
            <pc:docMk/>
            <pc:sldMk cId="3524904277" sldId="270"/>
            <ac:spMk id="6" creationId="{F3B82177-4E9F-6F5D-B7B5-5E5E85041AC2}"/>
          </ac:spMkLst>
        </pc:spChg>
        <pc:spChg chg="add mod">
          <ac:chgData name="M Praneeth" userId="0e51eccbd3ae1fbc" providerId="LiveId" clId="{DCCAEE51-E60B-4B19-8B93-FE9B1A902F83}" dt="2026-09-29T18:38:23.763" v="656" actId="115"/>
          <ac:spMkLst>
            <pc:docMk/>
            <pc:sldMk cId="3524904277" sldId="270"/>
            <ac:spMk id="10" creationId="{A3507F49-3381-1EB3-7F3A-837D9294E697}"/>
          </ac:spMkLst>
        </pc:spChg>
        <pc:picChg chg="add mod modCrop">
          <ac:chgData name="M Praneeth" userId="0e51eccbd3ae1fbc" providerId="LiveId" clId="{DCCAEE51-E60B-4B19-8B93-FE9B1A902F83}" dt="2026-09-29T17:36:05.382" v="340" actId="14100"/>
          <ac:picMkLst>
            <pc:docMk/>
            <pc:sldMk cId="3524904277" sldId="270"/>
            <ac:picMk id="7" creationId="{D29015CF-8BC6-1BD1-BEB0-5289B8A43764}"/>
          </ac:picMkLst>
        </pc:picChg>
        <pc:picChg chg="add mod">
          <ac:chgData name="M Praneeth" userId="0e51eccbd3ae1fbc" providerId="LiveId" clId="{DCCAEE51-E60B-4B19-8B93-FE9B1A902F83}" dt="2026-09-29T17:35:35.012" v="333" actId="1076"/>
          <ac:picMkLst>
            <pc:docMk/>
            <pc:sldMk cId="3524904277" sldId="270"/>
            <ac:picMk id="9" creationId="{B1DB735D-6091-9C2D-FFF8-780B41C205B6}"/>
          </ac:picMkLst>
        </pc:picChg>
      </pc:sldChg>
      <pc:sldChg chg="addSp modSp add mod">
        <pc:chgData name="M Praneeth" userId="0e51eccbd3ae1fbc" providerId="LiveId" clId="{DCCAEE51-E60B-4B19-8B93-FE9B1A902F83}" dt="2026-09-30T08:15:36.080" v="743" actId="2711"/>
        <pc:sldMkLst>
          <pc:docMk/>
          <pc:sldMk cId="3642341768" sldId="271"/>
        </pc:sldMkLst>
        <pc:spChg chg="mod">
          <ac:chgData name="M Praneeth" userId="0e51eccbd3ae1fbc" providerId="LiveId" clId="{DCCAEE51-E60B-4B19-8B93-FE9B1A902F83}" dt="2026-09-30T08:15:28.629" v="742" actId="2711"/>
          <ac:spMkLst>
            <pc:docMk/>
            <pc:sldMk cId="3642341768" sldId="271"/>
            <ac:spMk id="4" creationId="{12DFA7A2-AE12-0624-2F96-66B51CDA97C3}"/>
          </ac:spMkLst>
        </pc:spChg>
        <pc:spChg chg="mod">
          <ac:chgData name="M Praneeth" userId="0e51eccbd3ae1fbc" providerId="LiveId" clId="{DCCAEE51-E60B-4B19-8B93-FE9B1A902F83}" dt="2026-09-30T08:15:36.080" v="743" actId="2711"/>
          <ac:spMkLst>
            <pc:docMk/>
            <pc:sldMk cId="3642341768" sldId="271"/>
            <ac:spMk id="5" creationId="{698A819A-98EB-E8B3-37D2-6FFFD6E9019D}"/>
          </ac:spMkLst>
        </pc:spChg>
        <pc:spChg chg="add mod">
          <ac:chgData name="M Praneeth" userId="0e51eccbd3ae1fbc" providerId="LiveId" clId="{DCCAEE51-E60B-4B19-8B93-FE9B1A902F83}" dt="2026-09-29T18:39:12.864" v="663" actId="115"/>
          <ac:spMkLst>
            <pc:docMk/>
            <pc:sldMk cId="3642341768" sldId="271"/>
            <ac:spMk id="7" creationId="{7423ED63-0493-BF07-490E-C882184083E5}"/>
          </ac:spMkLst>
        </pc:spChg>
        <pc:spChg chg="add mod">
          <ac:chgData name="M Praneeth" userId="0e51eccbd3ae1fbc" providerId="LiveId" clId="{DCCAEE51-E60B-4B19-8B93-FE9B1A902F83}" dt="2026-09-29T18:39:15.811" v="664" actId="115"/>
          <ac:spMkLst>
            <pc:docMk/>
            <pc:sldMk cId="3642341768" sldId="271"/>
            <ac:spMk id="10" creationId="{E0985486-8F46-5B7E-E403-DB629A0775EC}"/>
          </ac:spMkLst>
        </pc:spChg>
        <pc:picChg chg="add mod">
          <ac:chgData name="M Praneeth" userId="0e51eccbd3ae1fbc" providerId="LiveId" clId="{DCCAEE51-E60B-4B19-8B93-FE9B1A902F83}" dt="2026-09-29T18:37:29.208" v="648" actId="1076"/>
          <ac:picMkLst>
            <pc:docMk/>
            <pc:sldMk cId="3642341768" sldId="271"/>
            <ac:picMk id="6" creationId="{13C8AC7C-3F9B-F612-8A7D-4234769956AA}"/>
          </ac:picMkLst>
        </pc:picChg>
        <pc:picChg chg="add mod modCrop">
          <ac:chgData name="M Praneeth" userId="0e51eccbd3ae1fbc" providerId="LiveId" clId="{DCCAEE51-E60B-4B19-8B93-FE9B1A902F83}" dt="2026-09-29T17:37:00.895" v="349" actId="1076"/>
          <ac:picMkLst>
            <pc:docMk/>
            <pc:sldMk cId="3642341768" sldId="271"/>
            <ac:picMk id="8" creationId="{64268116-03EA-6EF1-6A8E-09FC01C69D9E}"/>
          </ac:picMkLst>
        </pc:picChg>
      </pc:sldChg>
      <pc:sldChg chg="addSp delSp modSp add mod">
        <pc:chgData name="M Praneeth" userId="0e51eccbd3ae1fbc" providerId="LiveId" clId="{DCCAEE51-E60B-4B19-8B93-FE9B1A902F83}" dt="2026-09-29T18:39:20.545" v="665" actId="115"/>
        <pc:sldMkLst>
          <pc:docMk/>
          <pc:sldMk cId="3082666905" sldId="272"/>
        </pc:sldMkLst>
        <pc:spChg chg="add mod">
          <ac:chgData name="M Praneeth" userId="0e51eccbd3ae1fbc" providerId="LiveId" clId="{DCCAEE51-E60B-4B19-8B93-FE9B1A902F83}" dt="2026-09-29T18:39:20.545" v="665" actId="115"/>
          <ac:spMkLst>
            <pc:docMk/>
            <pc:sldMk cId="3082666905" sldId="272"/>
            <ac:spMk id="3" creationId="{BAC2465C-4202-74E0-2FC0-A85C981AA43B}"/>
          </ac:spMkLst>
        </pc:spChg>
        <pc:spChg chg="mod">
          <ac:chgData name="M Praneeth" userId="0e51eccbd3ae1fbc" providerId="LiveId" clId="{DCCAEE51-E60B-4B19-8B93-FE9B1A902F83}" dt="2026-09-29T18:31:03.563" v="607" actId="20577"/>
          <ac:spMkLst>
            <pc:docMk/>
            <pc:sldMk cId="3082666905" sldId="272"/>
            <ac:spMk id="4" creationId="{94F0F17E-35AA-7F79-C17E-5C9CE0470EF9}"/>
          </ac:spMkLst>
        </pc:spChg>
        <pc:picChg chg="add mod">
          <ac:chgData name="M Praneeth" userId="0e51eccbd3ae1fbc" providerId="LiveId" clId="{DCCAEE51-E60B-4B19-8B93-FE9B1A902F83}" dt="2026-09-29T18:36:44.228" v="632" actId="1076"/>
          <ac:picMkLst>
            <pc:docMk/>
            <pc:sldMk cId="3082666905" sldId="272"/>
            <ac:picMk id="6" creationId="{EABCFE8D-2CF7-3DBB-0F2A-89A391494646}"/>
          </ac:picMkLst>
        </pc:picChg>
      </pc:sldChg>
      <pc:sldChg chg="addSp modSp add mod">
        <pc:chgData name="M Praneeth" userId="0e51eccbd3ae1fbc" providerId="LiveId" clId="{DCCAEE51-E60B-4B19-8B93-FE9B1A902F83}" dt="2026-09-30T16:06:57.308" v="887" actId="1076"/>
        <pc:sldMkLst>
          <pc:docMk/>
          <pc:sldMk cId="1955611219" sldId="273"/>
        </pc:sldMkLst>
        <pc:spChg chg="mod">
          <ac:chgData name="M Praneeth" userId="0e51eccbd3ae1fbc" providerId="LiveId" clId="{DCCAEE51-E60B-4B19-8B93-FE9B1A902F83}" dt="2026-09-29T17:25:34.993" v="108" actId="14100"/>
          <ac:spMkLst>
            <pc:docMk/>
            <pc:sldMk cId="1955611219" sldId="273"/>
            <ac:spMk id="2" creationId="{C9C6F7D2-2AA2-5C94-6BF3-600C8F2371B2}"/>
          </ac:spMkLst>
        </pc:spChg>
        <pc:spChg chg="mod">
          <ac:chgData name="M Praneeth" userId="0e51eccbd3ae1fbc" providerId="LiveId" clId="{DCCAEE51-E60B-4B19-8B93-FE9B1A902F83}" dt="2026-09-29T18:31:12.760" v="608" actId="2711"/>
          <ac:spMkLst>
            <pc:docMk/>
            <pc:sldMk cId="1955611219" sldId="273"/>
            <ac:spMk id="4" creationId="{2911CBE8-C3C9-9E48-5B24-BEFF5FFA21C2}"/>
          </ac:spMkLst>
        </pc:spChg>
        <pc:spChg chg="mod">
          <ac:chgData name="M Praneeth" userId="0e51eccbd3ae1fbc" providerId="LiveId" clId="{DCCAEE51-E60B-4B19-8B93-FE9B1A902F83}" dt="2026-09-29T18:31:27.384" v="611" actId="2711"/>
          <ac:spMkLst>
            <pc:docMk/>
            <pc:sldMk cId="1955611219" sldId="273"/>
            <ac:spMk id="5" creationId="{E61F901D-F956-FBEA-A073-1135D8CE1730}"/>
          </ac:spMkLst>
        </pc:spChg>
        <pc:spChg chg="add mod">
          <ac:chgData name="M Praneeth" userId="0e51eccbd3ae1fbc" providerId="LiveId" clId="{DCCAEE51-E60B-4B19-8B93-FE9B1A902F83}" dt="2026-09-29T18:39:48.668" v="671" actId="1076"/>
          <ac:spMkLst>
            <pc:docMk/>
            <pc:sldMk cId="1955611219" sldId="273"/>
            <ac:spMk id="7" creationId="{54D8041C-0E33-DD43-3337-C67FF0A5D95B}"/>
          </ac:spMkLst>
        </pc:spChg>
        <pc:spChg chg="add mod">
          <ac:chgData name="M Praneeth" userId="0e51eccbd3ae1fbc" providerId="LiveId" clId="{DCCAEE51-E60B-4B19-8B93-FE9B1A902F83}" dt="2026-09-29T18:39:34.098" v="668" actId="1076"/>
          <ac:spMkLst>
            <pc:docMk/>
            <pc:sldMk cId="1955611219" sldId="273"/>
            <ac:spMk id="10" creationId="{02524925-B54E-A754-B886-A0D036DD5DB3}"/>
          </ac:spMkLst>
        </pc:spChg>
        <pc:picChg chg="add mod modCrop">
          <ac:chgData name="M Praneeth" userId="0e51eccbd3ae1fbc" providerId="LiveId" clId="{DCCAEE51-E60B-4B19-8B93-FE9B1A902F83}" dt="2026-09-30T16:06:57.308" v="887" actId="1076"/>
          <ac:picMkLst>
            <pc:docMk/>
            <pc:sldMk cId="1955611219" sldId="273"/>
            <ac:picMk id="6" creationId="{217B3B83-3E38-68FD-890C-222FCA0E19CB}"/>
          </ac:picMkLst>
        </pc:picChg>
        <pc:picChg chg="add mod">
          <ac:chgData name="M Praneeth" userId="0e51eccbd3ae1fbc" providerId="LiveId" clId="{DCCAEE51-E60B-4B19-8B93-FE9B1A902F83}" dt="2026-09-29T18:39:43.919" v="670" actId="1076"/>
          <ac:picMkLst>
            <pc:docMk/>
            <pc:sldMk cId="1955611219" sldId="273"/>
            <ac:picMk id="8" creationId="{D8EDB3DB-AA77-041C-6234-CE7BC17F4D8F}"/>
          </ac:picMkLst>
        </pc:picChg>
      </pc:sldChg>
      <pc:sldChg chg="addSp delSp modSp add mod">
        <pc:chgData name="M Praneeth" userId="0e51eccbd3ae1fbc" providerId="LiveId" clId="{DCCAEE51-E60B-4B19-8B93-FE9B1A902F83}" dt="2026-09-30T08:16:02.061" v="745" actId="207"/>
        <pc:sldMkLst>
          <pc:docMk/>
          <pc:sldMk cId="1862092280" sldId="274"/>
        </pc:sldMkLst>
        <pc:spChg chg="add del">
          <ac:chgData name="M Praneeth" userId="0e51eccbd3ae1fbc" providerId="LiveId" clId="{DCCAEE51-E60B-4B19-8B93-FE9B1A902F83}" dt="2026-09-30T05:15:21.074" v="707" actId="478"/>
          <ac:spMkLst>
            <pc:docMk/>
            <pc:sldMk cId="1862092280" sldId="274"/>
            <ac:spMk id="2" creationId="{B8F17F3B-DEC4-48E9-8E2D-1A3A87DE50CB}"/>
          </ac:spMkLst>
        </pc:spChg>
        <pc:spChg chg="add del mod">
          <ac:chgData name="M Praneeth" userId="0e51eccbd3ae1fbc" providerId="LiveId" clId="{DCCAEE51-E60B-4B19-8B93-FE9B1A902F83}" dt="2026-09-30T08:15:55.278" v="744" actId="207"/>
          <ac:spMkLst>
            <pc:docMk/>
            <pc:sldMk cId="1862092280" sldId="274"/>
            <ac:spMk id="4" creationId="{357BCC9C-D574-0480-0A80-A8C106A7FFFA}"/>
          </ac:spMkLst>
        </pc:spChg>
        <pc:spChg chg="add del mod">
          <ac:chgData name="M Praneeth" userId="0e51eccbd3ae1fbc" providerId="LiveId" clId="{DCCAEE51-E60B-4B19-8B93-FE9B1A902F83}" dt="2026-09-30T08:16:02.061" v="745" actId="207"/>
          <ac:spMkLst>
            <pc:docMk/>
            <pc:sldMk cId="1862092280" sldId="274"/>
            <ac:spMk id="5" creationId="{0A86713E-763E-5D1E-7177-3D267DA51D48}"/>
          </ac:spMkLst>
        </pc:spChg>
        <pc:spChg chg="add del mod">
          <ac:chgData name="M Praneeth" userId="0e51eccbd3ae1fbc" providerId="LiveId" clId="{DCCAEE51-E60B-4B19-8B93-FE9B1A902F83}" dt="2026-09-30T05:15:21.074" v="707" actId="478"/>
          <ac:spMkLst>
            <pc:docMk/>
            <pc:sldMk cId="1862092280" sldId="274"/>
            <ac:spMk id="7" creationId="{EB531DC1-1EE6-AA97-64C4-551A6FE35D80}"/>
          </ac:spMkLst>
        </pc:spChg>
        <pc:spChg chg="add del mod">
          <ac:chgData name="M Praneeth" userId="0e51eccbd3ae1fbc" providerId="LiveId" clId="{DCCAEE51-E60B-4B19-8B93-FE9B1A902F83}" dt="2026-09-30T05:15:21.074" v="707" actId="478"/>
          <ac:spMkLst>
            <pc:docMk/>
            <pc:sldMk cId="1862092280" sldId="274"/>
            <ac:spMk id="10" creationId="{E4889064-BA38-5ED5-67B3-6102EFEFE652}"/>
          </ac:spMkLst>
        </pc:spChg>
        <pc:picChg chg="add del mod">
          <ac:chgData name="M Praneeth" userId="0e51eccbd3ae1fbc" providerId="LiveId" clId="{DCCAEE51-E60B-4B19-8B93-FE9B1A902F83}" dt="2026-09-30T05:15:21.074" v="707" actId="478"/>
          <ac:picMkLst>
            <pc:docMk/>
            <pc:sldMk cId="1862092280" sldId="274"/>
            <ac:picMk id="6" creationId="{2091935F-B58A-E187-6A6B-99B7F06D9E17}"/>
          </ac:picMkLst>
        </pc:picChg>
        <pc:picChg chg="add del mod">
          <ac:chgData name="M Praneeth" userId="0e51eccbd3ae1fbc" providerId="LiveId" clId="{DCCAEE51-E60B-4B19-8B93-FE9B1A902F83}" dt="2026-09-30T05:15:21.074" v="707" actId="478"/>
          <ac:picMkLst>
            <pc:docMk/>
            <pc:sldMk cId="1862092280" sldId="274"/>
            <ac:picMk id="8" creationId="{96E2D902-7D4F-69D8-EF60-AA100E399231}"/>
          </ac:picMkLst>
        </pc:picChg>
      </pc:sldChg>
      <pc:sldChg chg="addSp modSp add mod">
        <pc:chgData name="M Praneeth" userId="0e51eccbd3ae1fbc" providerId="LiveId" clId="{DCCAEE51-E60B-4B19-8B93-FE9B1A902F83}" dt="2026-09-30T08:16:25.500" v="748" actId="207"/>
        <pc:sldMkLst>
          <pc:docMk/>
          <pc:sldMk cId="3056672501" sldId="275"/>
        </pc:sldMkLst>
        <pc:spChg chg="mod">
          <ac:chgData name="M Praneeth" userId="0e51eccbd3ae1fbc" providerId="LiveId" clId="{DCCAEE51-E60B-4B19-8B93-FE9B1A902F83}" dt="2026-09-30T08:16:14.149" v="746" actId="207"/>
          <ac:spMkLst>
            <pc:docMk/>
            <pc:sldMk cId="3056672501" sldId="275"/>
            <ac:spMk id="4" creationId="{964AC2AF-0FA3-0E2C-620E-48B46C2EA7FA}"/>
          </ac:spMkLst>
        </pc:spChg>
        <pc:spChg chg="mod">
          <ac:chgData name="M Praneeth" userId="0e51eccbd3ae1fbc" providerId="LiveId" clId="{DCCAEE51-E60B-4B19-8B93-FE9B1A902F83}" dt="2026-09-30T08:16:25.500" v="748" actId="207"/>
          <ac:spMkLst>
            <pc:docMk/>
            <pc:sldMk cId="3056672501" sldId="275"/>
            <ac:spMk id="5" creationId="{7ABD7B69-E63B-6A33-0207-5DAAABC31FEF}"/>
          </ac:spMkLst>
        </pc:spChg>
        <pc:spChg chg="add mod">
          <ac:chgData name="M Praneeth" userId="0e51eccbd3ae1fbc" providerId="LiveId" clId="{DCCAEE51-E60B-4B19-8B93-FE9B1A902F83}" dt="2026-09-29T18:40:13.065" v="677" actId="1076"/>
          <ac:spMkLst>
            <pc:docMk/>
            <pc:sldMk cId="3056672501" sldId="275"/>
            <ac:spMk id="7" creationId="{B98EB490-EE4A-A825-5BB6-DCDD870E551F}"/>
          </ac:spMkLst>
        </pc:spChg>
        <pc:spChg chg="add mod">
          <ac:chgData name="M Praneeth" userId="0e51eccbd3ae1fbc" providerId="LiveId" clId="{DCCAEE51-E60B-4B19-8B93-FE9B1A902F83}" dt="2026-09-29T18:40:18.679" v="679" actId="1076"/>
          <ac:spMkLst>
            <pc:docMk/>
            <pc:sldMk cId="3056672501" sldId="275"/>
            <ac:spMk id="10" creationId="{ED12EBE2-99C0-25E9-302B-AE9D51CD61AA}"/>
          </ac:spMkLst>
        </pc:spChg>
        <pc:picChg chg="add mod">
          <ac:chgData name="M Praneeth" userId="0e51eccbd3ae1fbc" providerId="LiveId" clId="{DCCAEE51-E60B-4B19-8B93-FE9B1A902F83}" dt="2026-09-29T17:42:41.334" v="377" actId="14100"/>
          <ac:picMkLst>
            <pc:docMk/>
            <pc:sldMk cId="3056672501" sldId="275"/>
            <ac:picMk id="6" creationId="{45826EBA-2BB3-8054-5E82-42E7B21AB25E}"/>
          </ac:picMkLst>
        </pc:picChg>
        <pc:picChg chg="add mod">
          <ac:chgData name="M Praneeth" userId="0e51eccbd3ae1fbc" providerId="LiveId" clId="{DCCAEE51-E60B-4B19-8B93-FE9B1A902F83}" dt="2026-09-29T17:43:11.203" v="382" actId="1076"/>
          <ac:picMkLst>
            <pc:docMk/>
            <pc:sldMk cId="3056672501" sldId="275"/>
            <ac:picMk id="8" creationId="{CD991849-EC79-A686-9F04-E1E5236235F2}"/>
          </ac:picMkLst>
        </pc:picChg>
      </pc:sldChg>
      <pc:sldChg chg="addSp modSp add mod">
        <pc:chgData name="M Praneeth" userId="0e51eccbd3ae1fbc" providerId="LiveId" clId="{DCCAEE51-E60B-4B19-8B93-FE9B1A902F83}" dt="2026-09-29T18:40:31" v="683" actId="1076"/>
        <pc:sldMkLst>
          <pc:docMk/>
          <pc:sldMk cId="2935915098" sldId="276"/>
        </pc:sldMkLst>
        <pc:spChg chg="mod">
          <ac:chgData name="M Praneeth" userId="0e51eccbd3ae1fbc" providerId="LiveId" clId="{DCCAEE51-E60B-4B19-8B93-FE9B1A902F83}" dt="2026-09-29T17:44:18.038" v="391" actId="1076"/>
          <ac:spMkLst>
            <pc:docMk/>
            <pc:sldMk cId="2935915098" sldId="276"/>
            <ac:spMk id="2" creationId="{36FE8EF0-DAC3-E227-987A-FA988924DB38}"/>
          </ac:spMkLst>
        </pc:spChg>
        <pc:spChg chg="mod">
          <ac:chgData name="M Praneeth" userId="0e51eccbd3ae1fbc" providerId="LiveId" clId="{DCCAEE51-E60B-4B19-8B93-FE9B1A902F83}" dt="2026-09-29T18:34:50.586" v="628" actId="14100"/>
          <ac:spMkLst>
            <pc:docMk/>
            <pc:sldMk cId="2935915098" sldId="276"/>
            <ac:spMk id="4" creationId="{3CC3AEBF-DC6D-63A9-AB6D-3B7CBA6E2BF9}"/>
          </ac:spMkLst>
        </pc:spChg>
        <pc:spChg chg="mod">
          <ac:chgData name="M Praneeth" userId="0e51eccbd3ae1fbc" providerId="LiveId" clId="{DCCAEE51-E60B-4B19-8B93-FE9B1A902F83}" dt="2026-09-29T18:34:41.049" v="626" actId="207"/>
          <ac:spMkLst>
            <pc:docMk/>
            <pc:sldMk cId="2935915098" sldId="276"/>
            <ac:spMk id="5" creationId="{721E54C5-BA8A-082B-AB18-32BDDEEE791F}"/>
          </ac:spMkLst>
        </pc:spChg>
        <pc:spChg chg="add mod">
          <ac:chgData name="M Praneeth" userId="0e51eccbd3ae1fbc" providerId="LiveId" clId="{DCCAEE51-E60B-4B19-8B93-FE9B1A902F83}" dt="2026-09-29T18:40:26.052" v="681" actId="1076"/>
          <ac:spMkLst>
            <pc:docMk/>
            <pc:sldMk cId="2935915098" sldId="276"/>
            <ac:spMk id="7" creationId="{650F7276-8084-B676-257F-8D2B467EB926}"/>
          </ac:spMkLst>
        </pc:spChg>
        <pc:spChg chg="add mod">
          <ac:chgData name="M Praneeth" userId="0e51eccbd3ae1fbc" providerId="LiveId" clId="{DCCAEE51-E60B-4B19-8B93-FE9B1A902F83}" dt="2026-09-29T18:40:31" v="683" actId="1076"/>
          <ac:spMkLst>
            <pc:docMk/>
            <pc:sldMk cId="2935915098" sldId="276"/>
            <ac:spMk id="10" creationId="{BDAD85C3-AF9D-7337-5ACC-3CF19C2FD0D9}"/>
          </ac:spMkLst>
        </pc:spChg>
        <pc:picChg chg="add mod">
          <ac:chgData name="M Praneeth" userId="0e51eccbd3ae1fbc" providerId="LiveId" clId="{DCCAEE51-E60B-4B19-8B93-FE9B1A902F83}" dt="2026-09-29T17:43:29.722" v="385" actId="1076"/>
          <ac:picMkLst>
            <pc:docMk/>
            <pc:sldMk cId="2935915098" sldId="276"/>
            <ac:picMk id="6" creationId="{75CBBAAE-AC62-D387-5BF9-2C4011A5FA4E}"/>
          </ac:picMkLst>
        </pc:picChg>
        <pc:picChg chg="add mod">
          <ac:chgData name="M Praneeth" userId="0e51eccbd3ae1fbc" providerId="LiveId" clId="{DCCAEE51-E60B-4B19-8B93-FE9B1A902F83}" dt="2026-09-29T17:44:32.001" v="394" actId="1076"/>
          <ac:picMkLst>
            <pc:docMk/>
            <pc:sldMk cId="2935915098" sldId="276"/>
            <ac:picMk id="8" creationId="{5E9881D2-F9CF-65BF-BAE6-D768A2A950A9}"/>
          </ac:picMkLst>
        </pc:picChg>
      </pc:sldChg>
      <pc:sldChg chg="addSp delSp modSp add del mod ord">
        <pc:chgData name="M Praneeth" userId="0e51eccbd3ae1fbc" providerId="LiveId" clId="{DCCAEE51-E60B-4B19-8B93-FE9B1A902F83}" dt="2026-09-30T08:21:02.378" v="799" actId="2696"/>
        <pc:sldMkLst>
          <pc:docMk/>
          <pc:sldMk cId="1229063547" sldId="277"/>
        </pc:sldMkLst>
        <pc:spChg chg="add del mod">
          <ac:chgData name="M Praneeth" userId="0e51eccbd3ae1fbc" providerId="LiveId" clId="{DCCAEE51-E60B-4B19-8B93-FE9B1A902F83}" dt="2026-09-30T08:20:56.290" v="798"/>
          <ac:spMkLst>
            <pc:docMk/>
            <pc:sldMk cId="1229063547" sldId="277"/>
            <ac:spMk id="4" creationId="{9F6276D5-A044-5756-CACE-C30E068EAD77}"/>
          </ac:spMkLst>
        </pc:spChg>
      </pc:sldChg>
      <pc:sldChg chg="addSp modSp new mod">
        <pc:chgData name="M Praneeth" userId="0e51eccbd3ae1fbc" providerId="LiveId" clId="{DCCAEE51-E60B-4B19-8B93-FE9B1A902F83}" dt="2026-09-30T08:18:51.733" v="795" actId="20577"/>
        <pc:sldMkLst>
          <pc:docMk/>
          <pc:sldMk cId="10569082" sldId="278"/>
        </pc:sldMkLst>
        <pc:spChg chg="add mod">
          <ac:chgData name="M Praneeth" userId="0e51eccbd3ae1fbc" providerId="LiveId" clId="{DCCAEE51-E60B-4B19-8B93-FE9B1A902F83}" dt="2026-09-29T18:11:01.672" v="465" actId="1076"/>
          <ac:spMkLst>
            <pc:docMk/>
            <pc:sldMk cId="10569082" sldId="278"/>
            <ac:spMk id="3" creationId="{5501A21B-CB2E-C07F-D0C9-CD0B8DD6C034}"/>
          </ac:spMkLst>
        </pc:spChg>
        <pc:spChg chg="add mod">
          <ac:chgData name="M Praneeth" userId="0e51eccbd3ae1fbc" providerId="LiveId" clId="{DCCAEE51-E60B-4B19-8B93-FE9B1A902F83}" dt="2026-09-30T08:18:51.733" v="795" actId="20577"/>
          <ac:spMkLst>
            <pc:docMk/>
            <pc:sldMk cId="10569082" sldId="278"/>
            <ac:spMk id="5" creationId="{D8122BED-52B1-CF05-8CC4-180DF814C883}"/>
          </ac:spMkLst>
        </pc:spChg>
        <pc:spChg chg="add mod">
          <ac:chgData name="M Praneeth" userId="0e51eccbd3ae1fbc" providerId="LiveId" clId="{DCCAEE51-E60B-4B19-8B93-FE9B1A902F83}" dt="2026-09-29T18:20:48.192" v="537" actId="115"/>
          <ac:spMkLst>
            <pc:docMk/>
            <pc:sldMk cId="10569082" sldId="278"/>
            <ac:spMk id="7" creationId="{7974108F-69E0-92B2-5F98-F3B97A4A9060}"/>
          </ac:spMkLst>
        </pc:spChg>
        <pc:spChg chg="add mod">
          <ac:chgData name="M Praneeth" userId="0e51eccbd3ae1fbc" providerId="LiveId" clId="{DCCAEE51-E60B-4B19-8B93-FE9B1A902F83}" dt="2026-09-29T18:20:51.500" v="538" actId="115"/>
          <ac:spMkLst>
            <pc:docMk/>
            <pc:sldMk cId="10569082" sldId="278"/>
            <ac:spMk id="9" creationId="{FF23953D-AF2F-E223-20A5-C4528BD89EA0}"/>
          </ac:spMkLst>
        </pc:spChg>
      </pc:sldChg>
      <pc:sldChg chg="addSp modSp new mod">
        <pc:chgData name="M Praneeth" userId="0e51eccbd3ae1fbc" providerId="LiveId" clId="{DCCAEE51-E60B-4B19-8B93-FE9B1A902F83}" dt="2026-09-29T18:21:27.577" v="546" actId="14100"/>
        <pc:sldMkLst>
          <pc:docMk/>
          <pc:sldMk cId="1148349382" sldId="279"/>
        </pc:sldMkLst>
        <pc:spChg chg="add mod">
          <ac:chgData name="M Praneeth" userId="0e51eccbd3ae1fbc" providerId="LiveId" clId="{DCCAEE51-E60B-4B19-8B93-FE9B1A902F83}" dt="2026-09-29T18:21:27.577" v="546" actId="14100"/>
          <ac:spMkLst>
            <pc:docMk/>
            <pc:sldMk cId="1148349382" sldId="279"/>
            <ac:spMk id="3" creationId="{76F553D3-7331-B077-4DDC-746687FBF814}"/>
          </ac:spMkLst>
        </pc:spChg>
        <pc:spChg chg="add mod">
          <ac:chgData name="M Praneeth" userId="0e51eccbd3ae1fbc" providerId="LiveId" clId="{DCCAEE51-E60B-4B19-8B93-FE9B1A902F83}" dt="2026-09-29T18:21:24.924" v="545" actId="1076"/>
          <ac:spMkLst>
            <pc:docMk/>
            <pc:sldMk cId="1148349382" sldId="279"/>
            <ac:spMk id="5" creationId="{2B81E8B6-F0F3-6F07-5AFE-AB982F4B6E95}"/>
          </ac:spMkLst>
        </pc:spChg>
      </pc:sldChg>
      <pc:sldChg chg="addSp delSp modSp new mod">
        <pc:chgData name="M Praneeth" userId="0e51eccbd3ae1fbc" providerId="LiveId" clId="{DCCAEE51-E60B-4B19-8B93-FE9B1A902F83}" dt="2026-09-30T08:21:16.801" v="801" actId="478"/>
        <pc:sldMkLst>
          <pc:docMk/>
          <pc:sldMk cId="1246243021" sldId="280"/>
        </pc:sldMkLst>
        <pc:spChg chg="add mod">
          <ac:chgData name="M Praneeth" userId="0e51eccbd3ae1fbc" providerId="LiveId" clId="{DCCAEE51-E60B-4B19-8B93-FE9B1A902F83}" dt="2026-09-29T18:20:19.111" v="533" actId="2711"/>
          <ac:spMkLst>
            <pc:docMk/>
            <pc:sldMk cId="1246243021" sldId="280"/>
            <ac:spMk id="3" creationId="{2CE112A4-C5B0-D1A2-4136-7A7C6BFD8DAC}"/>
          </ac:spMkLst>
        </pc:spChg>
        <pc:spChg chg="add mod">
          <ac:chgData name="M Praneeth" userId="0e51eccbd3ae1fbc" providerId="LiveId" clId="{DCCAEE51-E60B-4B19-8B93-FE9B1A902F83}" dt="2026-09-29T18:20:24.178" v="534" actId="2711"/>
          <ac:spMkLst>
            <pc:docMk/>
            <pc:sldMk cId="1246243021" sldId="280"/>
            <ac:spMk id="5" creationId="{C8C5F282-1FE0-A17E-534E-07B8E80364F9}"/>
          </ac:spMkLst>
        </pc:spChg>
        <pc:spChg chg="add del mod">
          <ac:chgData name="M Praneeth" userId="0e51eccbd3ae1fbc" providerId="LiveId" clId="{DCCAEE51-E60B-4B19-8B93-FE9B1A902F83}" dt="2026-09-30T08:21:16.801" v="801" actId="478"/>
          <ac:spMkLst>
            <pc:docMk/>
            <pc:sldMk cId="1246243021" sldId="280"/>
            <ac:spMk id="7" creationId="{9DF920F0-DC08-2A6F-016B-3FDE9A316598}"/>
          </ac:spMkLst>
        </pc:spChg>
      </pc:sldChg>
      <pc:sldChg chg="addSp delSp modSp new mod">
        <pc:chgData name="M Praneeth" userId="0e51eccbd3ae1fbc" providerId="LiveId" clId="{DCCAEE51-E60B-4B19-8B93-FE9B1A902F83}" dt="2026-09-30T08:14:55.130" v="741" actId="207"/>
        <pc:sldMkLst>
          <pc:docMk/>
          <pc:sldMk cId="2326225825" sldId="281"/>
        </pc:sldMkLst>
        <pc:spChg chg="add mod">
          <ac:chgData name="M Praneeth" userId="0e51eccbd3ae1fbc" providerId="LiveId" clId="{DCCAEE51-E60B-4B19-8B93-FE9B1A902F83}" dt="2026-09-30T08:14:38.796" v="737" actId="207"/>
          <ac:spMkLst>
            <pc:docMk/>
            <pc:sldMk cId="2326225825" sldId="281"/>
            <ac:spMk id="5" creationId="{5860EDCB-F8FF-464B-7C69-5979AD15A479}"/>
          </ac:spMkLst>
        </pc:spChg>
        <pc:spChg chg="add mod">
          <ac:chgData name="M Praneeth" userId="0e51eccbd3ae1fbc" providerId="LiveId" clId="{DCCAEE51-E60B-4B19-8B93-FE9B1A902F83}" dt="2026-09-30T08:14:42.240" v="738" actId="207"/>
          <ac:spMkLst>
            <pc:docMk/>
            <pc:sldMk cId="2326225825" sldId="281"/>
            <ac:spMk id="6" creationId="{E1327EEA-2F1B-DA90-33C4-7D473313DB3A}"/>
          </ac:spMkLst>
        </pc:spChg>
        <pc:spChg chg="add mod">
          <ac:chgData name="M Praneeth" userId="0e51eccbd3ae1fbc" providerId="LiveId" clId="{DCCAEE51-E60B-4B19-8B93-FE9B1A902F83}" dt="2026-09-30T08:14:50.271" v="740" actId="207"/>
          <ac:spMkLst>
            <pc:docMk/>
            <pc:sldMk cId="2326225825" sldId="281"/>
            <ac:spMk id="8" creationId="{0E0EEE49-7C53-5F86-EFB0-403A4ABDB9F7}"/>
          </ac:spMkLst>
        </pc:spChg>
        <pc:spChg chg="add mod">
          <ac:chgData name="M Praneeth" userId="0e51eccbd3ae1fbc" providerId="LiveId" clId="{DCCAEE51-E60B-4B19-8B93-FE9B1A902F83}" dt="2026-09-30T08:14:55.130" v="741" actId="207"/>
          <ac:spMkLst>
            <pc:docMk/>
            <pc:sldMk cId="2326225825" sldId="281"/>
            <ac:spMk id="10" creationId="{8AB1A2BF-2A7F-0A87-F5F3-08918F8A1228}"/>
          </ac:spMkLst>
        </pc:spChg>
        <pc:spChg chg="add mod">
          <ac:chgData name="M Praneeth" userId="0e51eccbd3ae1fbc" providerId="LiveId" clId="{DCCAEE51-E60B-4B19-8B93-FE9B1A902F83}" dt="2026-09-29T18:28:38.670" v="593" actId="1076"/>
          <ac:spMkLst>
            <pc:docMk/>
            <pc:sldMk cId="2326225825" sldId="281"/>
            <ac:spMk id="12" creationId="{C377427C-4CFF-4729-3115-DB9FC805327F}"/>
          </ac:spMkLst>
        </pc:spChg>
      </pc:sldChg>
      <pc:sldChg chg="addSp delSp modSp new del mod">
        <pc:chgData name="M Praneeth" userId="0e51eccbd3ae1fbc" providerId="LiveId" clId="{DCCAEE51-E60B-4B19-8B93-FE9B1A902F83}" dt="2026-10-01T03:54:56.023" v="1129" actId="2696"/>
        <pc:sldMkLst>
          <pc:docMk/>
          <pc:sldMk cId="1080334198" sldId="282"/>
        </pc:sldMkLst>
        <pc:spChg chg="add del mod">
          <ac:chgData name="M Praneeth" userId="0e51eccbd3ae1fbc" providerId="LiveId" clId="{DCCAEE51-E60B-4B19-8B93-FE9B1A902F83}" dt="2026-09-30T08:22:22.572" v="804"/>
          <ac:spMkLst>
            <pc:docMk/>
            <pc:sldMk cId="1080334198" sldId="282"/>
            <ac:spMk id="3" creationId="{5CB4712E-98AD-7D62-1648-E0D4702BF7CB}"/>
          </ac:spMkLst>
        </pc:spChg>
        <pc:spChg chg="add mod">
          <ac:chgData name="M Praneeth" userId="0e51eccbd3ae1fbc" providerId="LiveId" clId="{DCCAEE51-E60B-4B19-8B93-FE9B1A902F83}" dt="2026-09-30T16:17:40.277" v="932" actId="1076"/>
          <ac:spMkLst>
            <pc:docMk/>
            <pc:sldMk cId="1080334198" sldId="282"/>
            <ac:spMk id="5" creationId="{C009439F-7934-5B19-35A4-8ACE2FEFD866}"/>
          </ac:spMkLst>
        </pc:spChg>
        <pc:spChg chg="add mod">
          <ac:chgData name="M Praneeth" userId="0e51eccbd3ae1fbc" providerId="LiveId" clId="{DCCAEE51-E60B-4B19-8B93-FE9B1A902F83}" dt="2026-09-30T16:18:30.395" v="942" actId="115"/>
          <ac:spMkLst>
            <pc:docMk/>
            <pc:sldMk cId="1080334198" sldId="282"/>
            <ac:spMk id="7" creationId="{5F3D2061-D38F-F8BC-2B7F-D5E8D9D8A2D0}"/>
          </ac:spMkLst>
        </pc:spChg>
        <pc:spChg chg="add mod">
          <ac:chgData name="M Praneeth" userId="0e51eccbd3ae1fbc" providerId="LiveId" clId="{DCCAEE51-E60B-4B19-8B93-FE9B1A902F83}" dt="2026-09-30T16:18:26.665" v="941" actId="115"/>
          <ac:spMkLst>
            <pc:docMk/>
            <pc:sldMk cId="1080334198" sldId="282"/>
            <ac:spMk id="9" creationId="{3A00DEEC-0058-ED1B-1EA4-4FB6B71E0DFF}"/>
          </ac:spMkLst>
        </pc:spChg>
        <pc:graphicFrameChg chg="add del mod modGraphic">
          <ac:chgData name="M Praneeth" userId="0e51eccbd3ae1fbc" providerId="LiveId" clId="{DCCAEE51-E60B-4B19-8B93-FE9B1A902F83}" dt="2026-09-30T16:12:34.225" v="891" actId="478"/>
          <ac:graphicFrameMkLst>
            <pc:docMk/>
            <pc:sldMk cId="1080334198" sldId="282"/>
            <ac:graphicFrameMk id="2" creationId="{DAB51E73-5B0C-1976-E58F-91923338770E}"/>
          </ac:graphicFrameMkLst>
        </pc:graphicFrameChg>
        <pc:graphicFrameChg chg="add mod modGraphic">
          <ac:chgData name="M Praneeth" userId="0e51eccbd3ae1fbc" providerId="LiveId" clId="{DCCAEE51-E60B-4B19-8B93-FE9B1A902F83}" dt="2026-09-30T16:20:44.631" v="950" actId="207"/>
          <ac:graphicFrameMkLst>
            <pc:docMk/>
            <pc:sldMk cId="1080334198" sldId="282"/>
            <ac:graphicFrameMk id="3" creationId="{0F3715FD-1857-BFA1-0864-1849FEB729A1}"/>
          </ac:graphicFrameMkLst>
        </pc:graphicFrameChg>
      </pc:sldChg>
      <pc:sldChg chg="modSp add mod setBg">
        <pc:chgData name="M Praneeth" userId="0e51eccbd3ae1fbc" providerId="LiveId" clId="{DCCAEE51-E60B-4B19-8B93-FE9B1A902F83}" dt="2026-10-01T04:05:14.278" v="1196" actId="207"/>
        <pc:sldMkLst>
          <pc:docMk/>
          <pc:sldMk cId="3500929637" sldId="282"/>
        </pc:sldMkLst>
        <pc:spChg chg="mod">
          <ac:chgData name="M Praneeth" userId="0e51eccbd3ae1fbc" providerId="LiveId" clId="{DCCAEE51-E60B-4B19-8B93-FE9B1A902F83}" dt="2026-10-01T04:05:14.278" v="1196" actId="207"/>
          <ac:spMkLst>
            <pc:docMk/>
            <pc:sldMk cId="3500929637" sldId="282"/>
            <ac:spMk id="2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5:08.519" v="1194" actId="2711"/>
          <ac:spMkLst>
            <pc:docMk/>
            <pc:sldMk cId="3500929637" sldId="282"/>
            <ac:spMk id="7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5:08.519" v="1194" actId="2711"/>
          <ac:spMkLst>
            <pc:docMk/>
            <pc:sldMk cId="3500929637" sldId="282"/>
            <ac:spMk id="8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5:08.519" v="1194" actId="2711"/>
          <ac:spMkLst>
            <pc:docMk/>
            <pc:sldMk cId="3500929637" sldId="282"/>
            <ac:spMk id="12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5:08.519" v="1194" actId="2711"/>
          <ac:spMkLst>
            <pc:docMk/>
            <pc:sldMk cId="3500929637" sldId="282"/>
            <ac:spMk id="13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5:08.519" v="1194" actId="2711"/>
          <ac:spMkLst>
            <pc:docMk/>
            <pc:sldMk cId="3500929637" sldId="282"/>
            <ac:spMk id="17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5:08.519" v="1194" actId="2711"/>
          <ac:spMkLst>
            <pc:docMk/>
            <pc:sldMk cId="3500929637" sldId="282"/>
            <ac:spMk id="21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5:08.519" v="1194" actId="2711"/>
          <ac:spMkLst>
            <pc:docMk/>
            <pc:sldMk cId="3500929637" sldId="282"/>
            <ac:spMk id="23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5:08.519" v="1194" actId="2711"/>
          <ac:spMkLst>
            <pc:docMk/>
            <pc:sldMk cId="3500929637" sldId="282"/>
            <ac:spMk id="26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5:08.519" v="1194" actId="2711"/>
          <ac:spMkLst>
            <pc:docMk/>
            <pc:sldMk cId="3500929637" sldId="282"/>
            <ac:spMk id="28" creationId="{00000000-0000-0000-0000-000000000000}"/>
          </ac:spMkLst>
        </pc:spChg>
      </pc:sldChg>
      <pc:sldChg chg="addSp modSp new del mod">
        <pc:chgData name="M Praneeth" userId="0e51eccbd3ae1fbc" providerId="LiveId" clId="{DCCAEE51-E60B-4B19-8B93-FE9B1A902F83}" dt="2026-10-01T03:54:46.051" v="1128" actId="47"/>
        <pc:sldMkLst>
          <pc:docMk/>
          <pc:sldMk cId="3858028446" sldId="283"/>
        </pc:sldMkLst>
        <pc:spChg chg="add mod">
          <ac:chgData name="M Praneeth" userId="0e51eccbd3ae1fbc" providerId="LiveId" clId="{DCCAEE51-E60B-4B19-8B93-FE9B1A902F83}" dt="2026-09-30T07:56:41.909" v="736" actId="207"/>
          <ac:spMkLst>
            <pc:docMk/>
            <pc:sldMk cId="3858028446" sldId="283"/>
            <ac:spMk id="4" creationId="{8E305338-621B-29A8-7D3F-5A9FC95372CE}"/>
          </ac:spMkLst>
        </pc:spChg>
        <pc:picChg chg="add mod">
          <ac:chgData name="M Praneeth" userId="0e51eccbd3ae1fbc" providerId="LiveId" clId="{DCCAEE51-E60B-4B19-8B93-FE9B1A902F83}" dt="2026-09-30T07:54:13.467" v="708" actId="1076"/>
          <ac:picMkLst>
            <pc:docMk/>
            <pc:sldMk cId="3858028446" sldId="283"/>
            <ac:picMk id="3" creationId="{322382BB-7EDB-8814-4CD3-29491A8618A3}"/>
          </ac:picMkLst>
        </pc:picChg>
      </pc:sldChg>
      <pc:sldChg chg="addSp delSp modSp add del mod setBg">
        <pc:chgData name="M Praneeth" userId="0e51eccbd3ae1fbc" providerId="LiveId" clId="{DCCAEE51-E60B-4B19-8B93-FE9B1A902F83}" dt="2026-10-01T04:09:51.821" v="1238" actId="2696"/>
        <pc:sldMkLst>
          <pc:docMk/>
          <pc:sldMk cId="4280640930" sldId="283"/>
        </pc:sldMkLst>
        <pc:spChg chg="mod">
          <ac:chgData name="M Praneeth" userId="0e51eccbd3ae1fbc" providerId="LiveId" clId="{DCCAEE51-E60B-4B19-8B93-FE9B1A902F83}" dt="2026-10-01T03:59:19.039" v="1150" actId="115"/>
          <ac:spMkLst>
            <pc:docMk/>
            <pc:sldMk cId="4280640930" sldId="283"/>
            <ac:spMk id="2" creationId="{00000000-0000-0000-0000-000000000000}"/>
          </ac:spMkLst>
        </pc:spChg>
        <pc:spChg chg="mod">
          <ac:chgData name="M Praneeth" userId="0e51eccbd3ae1fbc" providerId="LiveId" clId="{DCCAEE51-E60B-4B19-8B93-FE9B1A902F83}" dt="2026-10-01T03:59:54.613" v="1151" actId="207"/>
          <ac:spMkLst>
            <pc:docMk/>
            <pc:sldMk cId="4280640930" sldId="283"/>
            <ac:spMk id="6" creationId="{00000000-0000-0000-0000-000000000000}"/>
          </ac:spMkLst>
        </pc:spChg>
        <pc:spChg chg="mod">
          <ac:chgData name="M Praneeth" userId="0e51eccbd3ae1fbc" providerId="LiveId" clId="{DCCAEE51-E60B-4B19-8B93-FE9B1A902F83}" dt="2026-10-01T03:59:02.526" v="1147" actId="2711"/>
          <ac:spMkLst>
            <pc:docMk/>
            <pc:sldMk cId="4280640930" sldId="283"/>
            <ac:spMk id="7" creationId="{00000000-0000-0000-0000-000000000000}"/>
          </ac:spMkLst>
        </pc:spChg>
        <pc:spChg chg="mod">
          <ac:chgData name="M Praneeth" userId="0e51eccbd3ae1fbc" providerId="LiveId" clId="{DCCAEE51-E60B-4B19-8B93-FE9B1A902F83}" dt="2026-10-01T03:59:02.526" v="1147" actId="2711"/>
          <ac:spMkLst>
            <pc:docMk/>
            <pc:sldMk cId="4280640930" sldId="283"/>
            <ac:spMk id="9" creationId="{00000000-0000-0000-0000-000000000000}"/>
          </ac:spMkLst>
        </pc:spChg>
        <pc:spChg chg="mod">
          <ac:chgData name="M Praneeth" userId="0e51eccbd3ae1fbc" providerId="LiveId" clId="{DCCAEE51-E60B-4B19-8B93-FE9B1A902F83}" dt="2026-10-01T03:59:02.526" v="1147" actId="2711"/>
          <ac:spMkLst>
            <pc:docMk/>
            <pc:sldMk cId="4280640930" sldId="283"/>
            <ac:spMk id="13" creationId="{00000000-0000-0000-0000-000000000000}"/>
          </ac:spMkLst>
        </pc:spChg>
        <pc:spChg chg="mod">
          <ac:chgData name="M Praneeth" userId="0e51eccbd3ae1fbc" providerId="LiveId" clId="{DCCAEE51-E60B-4B19-8B93-FE9B1A902F83}" dt="2026-10-01T03:59:02.526" v="1147" actId="2711"/>
          <ac:spMkLst>
            <pc:docMk/>
            <pc:sldMk cId="4280640930" sldId="283"/>
            <ac:spMk id="15" creationId="{00000000-0000-0000-0000-000000000000}"/>
          </ac:spMkLst>
        </pc:spChg>
        <pc:spChg chg="mod">
          <ac:chgData name="M Praneeth" userId="0e51eccbd3ae1fbc" providerId="LiveId" clId="{DCCAEE51-E60B-4B19-8B93-FE9B1A902F83}" dt="2026-10-01T03:59:02.526" v="1147" actId="2711"/>
          <ac:spMkLst>
            <pc:docMk/>
            <pc:sldMk cId="4280640930" sldId="283"/>
            <ac:spMk id="22" creationId="{00000000-0000-0000-0000-000000000000}"/>
          </ac:spMkLst>
        </pc:spChg>
        <pc:spChg chg="mod">
          <ac:chgData name="M Praneeth" userId="0e51eccbd3ae1fbc" providerId="LiveId" clId="{DCCAEE51-E60B-4B19-8B93-FE9B1A902F83}" dt="2026-10-01T03:59:02.526" v="1147" actId="2711"/>
          <ac:spMkLst>
            <pc:docMk/>
            <pc:sldMk cId="4280640930" sldId="283"/>
            <ac:spMk id="23" creationId="{00000000-0000-0000-0000-000000000000}"/>
          </ac:spMkLst>
        </pc:spChg>
        <pc:spChg chg="mod">
          <ac:chgData name="M Praneeth" userId="0e51eccbd3ae1fbc" providerId="LiveId" clId="{DCCAEE51-E60B-4B19-8B93-FE9B1A902F83}" dt="2026-10-01T03:59:02.526" v="1147" actId="2711"/>
          <ac:spMkLst>
            <pc:docMk/>
            <pc:sldMk cId="4280640930" sldId="283"/>
            <ac:spMk id="30" creationId="{00000000-0000-0000-0000-000000000000}"/>
          </ac:spMkLst>
        </pc:spChg>
        <pc:spChg chg="mod">
          <ac:chgData name="M Praneeth" userId="0e51eccbd3ae1fbc" providerId="LiveId" clId="{DCCAEE51-E60B-4B19-8B93-FE9B1A902F83}" dt="2026-10-01T03:59:02.526" v="1147" actId="2711"/>
          <ac:spMkLst>
            <pc:docMk/>
            <pc:sldMk cId="4280640930" sldId="283"/>
            <ac:spMk id="32" creationId="{00000000-0000-0000-0000-000000000000}"/>
          </ac:spMkLst>
        </pc:spChg>
        <pc:spChg chg="add del">
          <ac:chgData name="M Praneeth" userId="0e51eccbd3ae1fbc" providerId="LiveId" clId="{DCCAEE51-E60B-4B19-8B93-FE9B1A902F83}" dt="2026-10-01T04:00:02.559" v="1153" actId="11529"/>
          <ac:spMkLst>
            <pc:docMk/>
            <pc:sldMk cId="4280640930" sldId="283"/>
            <ac:spMk id="33" creationId="{6B5DA9C0-FCB1-D30F-8E52-2D254BFDA271}"/>
          </ac:spMkLst>
        </pc:spChg>
        <pc:spChg chg="add del mod">
          <ac:chgData name="M Praneeth" userId="0e51eccbd3ae1fbc" providerId="LiveId" clId="{DCCAEE51-E60B-4B19-8B93-FE9B1A902F83}" dt="2026-10-01T04:00:10.795" v="1156"/>
          <ac:spMkLst>
            <pc:docMk/>
            <pc:sldMk cId="4280640930" sldId="283"/>
            <ac:spMk id="34" creationId="{BF602F86-E232-5D06-ACB8-F01B1F500BDF}"/>
          </ac:spMkLst>
        </pc:spChg>
      </pc:sldChg>
      <pc:sldChg chg="delSp modSp add mod setBg">
        <pc:chgData name="M Praneeth" userId="0e51eccbd3ae1fbc" providerId="LiveId" clId="{DCCAEE51-E60B-4B19-8B93-FE9B1A902F83}" dt="2026-10-01T04:10:00.874" v="1243" actId="20577"/>
        <pc:sldMkLst>
          <pc:docMk/>
          <pc:sldMk cId="2421504470" sldId="284"/>
        </pc:sldMkLst>
        <pc:spChg chg="mod">
          <ac:chgData name="M Praneeth" userId="0e51eccbd3ae1fbc" providerId="LiveId" clId="{DCCAEE51-E60B-4B19-8B93-FE9B1A902F83}" dt="2026-10-01T04:01:45.868" v="1172" actId="115"/>
          <ac:spMkLst>
            <pc:docMk/>
            <pc:sldMk cId="2421504470" sldId="284"/>
            <ac:spMk id="2" creationId="{00000000-0000-0000-0000-000000000000}"/>
          </ac:spMkLst>
        </pc:spChg>
        <pc:spChg chg="del">
          <ac:chgData name="M Praneeth" userId="0e51eccbd3ae1fbc" providerId="LiveId" clId="{DCCAEE51-E60B-4B19-8B93-FE9B1A902F83}" dt="2026-10-01T04:00:20.525" v="1159" actId="478"/>
          <ac:spMkLst>
            <pc:docMk/>
            <pc:sldMk cId="2421504470" sldId="284"/>
            <ac:spMk id="3" creationId="{00000000-0000-0000-0000-000000000000}"/>
          </ac:spMkLst>
        </pc:spChg>
        <pc:spChg chg="del mod">
          <ac:chgData name="M Praneeth" userId="0e51eccbd3ae1fbc" providerId="LiveId" clId="{DCCAEE51-E60B-4B19-8B93-FE9B1A902F83}" dt="2026-10-01T04:00:18.808" v="1158" actId="478"/>
          <ac:spMkLst>
            <pc:docMk/>
            <pc:sldMk cId="2421504470" sldId="284"/>
            <ac:spMk id="4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1:37.128" v="1170" actId="2711"/>
          <ac:spMkLst>
            <pc:docMk/>
            <pc:sldMk cId="2421504470" sldId="284"/>
            <ac:spMk id="6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1:37.128" v="1170" actId="2711"/>
          <ac:spMkLst>
            <pc:docMk/>
            <pc:sldMk cId="2421504470" sldId="284"/>
            <ac:spMk id="9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1:37.128" v="1170" actId="2711"/>
          <ac:spMkLst>
            <pc:docMk/>
            <pc:sldMk cId="2421504470" sldId="284"/>
            <ac:spMk id="12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1:37.128" v="1170" actId="2711"/>
          <ac:spMkLst>
            <pc:docMk/>
            <pc:sldMk cId="2421504470" sldId="284"/>
            <ac:spMk id="13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1:37.128" v="1170" actId="2711"/>
          <ac:spMkLst>
            <pc:docMk/>
            <pc:sldMk cId="2421504470" sldId="284"/>
            <ac:spMk id="14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1:37.128" v="1170" actId="2711"/>
          <ac:spMkLst>
            <pc:docMk/>
            <pc:sldMk cId="2421504470" sldId="284"/>
            <ac:spMk id="17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1:37.128" v="1170" actId="2711"/>
          <ac:spMkLst>
            <pc:docMk/>
            <pc:sldMk cId="2421504470" sldId="284"/>
            <ac:spMk id="22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1:37.128" v="1170" actId="2711"/>
          <ac:spMkLst>
            <pc:docMk/>
            <pc:sldMk cId="2421504470" sldId="284"/>
            <ac:spMk id="23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1:37.128" v="1170" actId="2711"/>
          <ac:spMkLst>
            <pc:docMk/>
            <pc:sldMk cId="2421504470" sldId="284"/>
            <ac:spMk id="24" creationId="{00000000-0000-0000-0000-000000000000}"/>
          </ac:spMkLst>
        </pc:spChg>
        <pc:graphicFrameChg chg="mod modGraphic">
          <ac:chgData name="M Praneeth" userId="0e51eccbd3ae1fbc" providerId="LiveId" clId="{DCCAEE51-E60B-4B19-8B93-FE9B1A902F83}" dt="2026-10-01T04:10:00.874" v="1243" actId="20577"/>
          <ac:graphicFrameMkLst>
            <pc:docMk/>
            <pc:sldMk cId="2421504470" sldId="284"/>
            <ac:graphicFrameMk id="7" creationId="{00000000-0000-0000-0000-000000000000}"/>
          </ac:graphicFrameMkLst>
        </pc:graphicFrameChg>
      </pc:sldChg>
      <pc:sldChg chg="addSp delSp modSp add del mod">
        <pc:chgData name="M Praneeth" userId="0e51eccbd3ae1fbc" providerId="LiveId" clId="{DCCAEE51-E60B-4B19-8B93-FE9B1A902F83}" dt="2026-10-01T03:55:00.361" v="1130" actId="2696"/>
        <pc:sldMkLst>
          <pc:docMk/>
          <pc:sldMk cId="4065241812" sldId="284"/>
        </pc:sldMkLst>
        <pc:spChg chg="add mod">
          <ac:chgData name="M Praneeth" userId="0e51eccbd3ae1fbc" providerId="LiveId" clId="{DCCAEE51-E60B-4B19-8B93-FE9B1A902F83}" dt="2026-09-30T16:21:41.465" v="954" actId="571"/>
          <ac:spMkLst>
            <pc:docMk/>
            <pc:sldMk cId="4065241812" sldId="284"/>
            <ac:spMk id="2" creationId="{BDEBB1B2-0561-3E5E-71F2-89D6C36BC1D4}"/>
          </ac:spMkLst>
        </pc:spChg>
        <pc:spChg chg="del mod">
          <ac:chgData name="M Praneeth" userId="0e51eccbd3ae1fbc" providerId="LiveId" clId="{DCCAEE51-E60B-4B19-8B93-FE9B1A902F83}" dt="2026-09-30T16:21:56.602" v="959" actId="478"/>
          <ac:spMkLst>
            <pc:docMk/>
            <pc:sldMk cId="4065241812" sldId="284"/>
            <ac:spMk id="7" creationId="{9489C96D-FF72-92E9-2B03-5BEB308EF83C}"/>
          </ac:spMkLst>
        </pc:spChg>
        <pc:spChg chg="add mod">
          <ac:chgData name="M Praneeth" userId="0e51eccbd3ae1fbc" providerId="LiveId" clId="{DCCAEE51-E60B-4B19-8B93-FE9B1A902F83}" dt="2026-09-30T16:59:39.120" v="1114" actId="20577"/>
          <ac:spMkLst>
            <pc:docMk/>
            <pc:sldMk cId="4065241812" sldId="284"/>
            <ac:spMk id="8" creationId="{66026354-AB8F-CAF9-3810-6B3959E11810}"/>
          </ac:spMkLst>
        </pc:spChg>
        <pc:spChg chg="del mod">
          <ac:chgData name="M Praneeth" userId="0e51eccbd3ae1fbc" providerId="LiveId" clId="{DCCAEE51-E60B-4B19-8B93-FE9B1A902F83}" dt="2026-09-30T16:21:50.249" v="957" actId="478"/>
          <ac:spMkLst>
            <pc:docMk/>
            <pc:sldMk cId="4065241812" sldId="284"/>
            <ac:spMk id="9" creationId="{292DE395-C115-CBB2-0DCE-25FEC8CAC52D}"/>
          </ac:spMkLst>
        </pc:spChg>
        <pc:graphicFrameChg chg="del mod">
          <ac:chgData name="M Praneeth" userId="0e51eccbd3ae1fbc" providerId="LiveId" clId="{DCCAEE51-E60B-4B19-8B93-FE9B1A902F83}" dt="2026-09-30T16:22:04.144" v="960" actId="478"/>
          <ac:graphicFrameMkLst>
            <pc:docMk/>
            <pc:sldMk cId="4065241812" sldId="284"/>
            <ac:graphicFrameMk id="3" creationId="{968E4E12-15D4-848D-5339-48C4FED63962}"/>
          </ac:graphicFrameMkLst>
        </pc:graphicFrameChg>
        <pc:graphicFrameChg chg="add mod modGraphic">
          <ac:chgData name="M Praneeth" userId="0e51eccbd3ae1fbc" providerId="LiveId" clId="{DCCAEE51-E60B-4B19-8B93-FE9B1A902F83}" dt="2026-09-30T17:00:01.552" v="1116" actId="1076"/>
          <ac:graphicFrameMkLst>
            <pc:docMk/>
            <pc:sldMk cId="4065241812" sldId="284"/>
            <ac:graphicFrameMk id="4" creationId="{DBD3FD40-DE6C-6B6E-DA77-4DFA1EB1F8DE}"/>
          </ac:graphicFrameMkLst>
        </pc:graphicFrameChg>
      </pc:sldChg>
      <pc:sldChg chg="addSp delSp modSp add del mod">
        <pc:chgData name="M Praneeth" userId="0e51eccbd3ae1fbc" providerId="LiveId" clId="{DCCAEE51-E60B-4B19-8B93-FE9B1A902F83}" dt="2026-10-01T03:55:05.744" v="1131" actId="2696"/>
        <pc:sldMkLst>
          <pc:docMk/>
          <pc:sldMk cId="1010924883" sldId="285"/>
        </pc:sldMkLst>
        <pc:spChg chg="del mod">
          <ac:chgData name="M Praneeth" userId="0e51eccbd3ae1fbc" providerId="LiveId" clId="{DCCAEE51-E60B-4B19-8B93-FE9B1A902F83}" dt="2026-09-30T16:37:34.013" v="991" actId="478"/>
          <ac:spMkLst>
            <pc:docMk/>
            <pc:sldMk cId="1010924883" sldId="285"/>
            <ac:spMk id="8" creationId="{96C5AF2E-BE57-B48C-BF27-26089B865B8E}"/>
          </ac:spMkLst>
        </pc:spChg>
        <pc:spChg chg="add mod">
          <ac:chgData name="M Praneeth" userId="0e51eccbd3ae1fbc" providerId="LiveId" clId="{DCCAEE51-E60B-4B19-8B93-FE9B1A902F83}" dt="2026-09-30T16:40:39.791" v="1034" actId="1076"/>
          <ac:spMkLst>
            <pc:docMk/>
            <pc:sldMk cId="1010924883" sldId="285"/>
            <ac:spMk id="10" creationId="{5FEECFE6-6CE5-0D0F-1381-B7CFABF5FF88}"/>
          </ac:spMkLst>
        </pc:spChg>
        <pc:spChg chg="add mod">
          <ac:chgData name="M Praneeth" userId="0e51eccbd3ae1fbc" providerId="LiveId" clId="{DCCAEE51-E60B-4B19-8B93-FE9B1A902F83}" dt="2026-09-30T16:38:15.157" v="1000" actId="14100"/>
          <ac:spMkLst>
            <pc:docMk/>
            <pc:sldMk cId="1010924883" sldId="285"/>
            <ac:spMk id="12" creationId="{83CACBDB-7B8F-A90C-651C-80E7080A36E7}"/>
          </ac:spMkLst>
        </pc:spChg>
        <pc:graphicFrameChg chg="add mod modGraphic">
          <ac:chgData name="M Praneeth" userId="0e51eccbd3ae1fbc" providerId="LiveId" clId="{DCCAEE51-E60B-4B19-8B93-FE9B1A902F83}" dt="2026-09-30T16:42:34.728" v="1056" actId="14100"/>
          <ac:graphicFrameMkLst>
            <pc:docMk/>
            <pc:sldMk cId="1010924883" sldId="285"/>
            <ac:graphicFrameMk id="2" creationId="{40EB12B9-21A8-8E75-AC62-2294945FCBF5}"/>
          </ac:graphicFrameMkLst>
        </pc:graphicFrameChg>
        <pc:graphicFrameChg chg="add mod modGraphic">
          <ac:chgData name="M Praneeth" userId="0e51eccbd3ae1fbc" providerId="LiveId" clId="{DCCAEE51-E60B-4B19-8B93-FE9B1A902F83}" dt="2026-09-30T16:42:06.193" v="1051" actId="1076"/>
          <ac:graphicFrameMkLst>
            <pc:docMk/>
            <pc:sldMk cId="1010924883" sldId="285"/>
            <ac:graphicFrameMk id="3" creationId="{8C62534A-C84F-0730-A5B9-B119794250FD}"/>
          </ac:graphicFrameMkLst>
        </pc:graphicFrameChg>
        <pc:graphicFrameChg chg="del">
          <ac:chgData name="M Praneeth" userId="0e51eccbd3ae1fbc" providerId="LiveId" clId="{DCCAEE51-E60B-4B19-8B93-FE9B1A902F83}" dt="2026-09-30T16:37:41.418" v="992" actId="478"/>
          <ac:graphicFrameMkLst>
            <pc:docMk/>
            <pc:sldMk cId="1010924883" sldId="285"/>
            <ac:graphicFrameMk id="4" creationId="{75A79EDD-277F-9F8E-AF06-07787F7B5F46}"/>
          </ac:graphicFrameMkLst>
        </pc:graphicFrameChg>
        <pc:graphicFrameChg chg="add mod modGraphic">
          <ac:chgData name="M Praneeth" userId="0e51eccbd3ae1fbc" providerId="LiveId" clId="{DCCAEE51-E60B-4B19-8B93-FE9B1A902F83}" dt="2026-09-30T16:41:33.628" v="1045" actId="14100"/>
          <ac:graphicFrameMkLst>
            <pc:docMk/>
            <pc:sldMk cId="1010924883" sldId="285"/>
            <ac:graphicFrameMk id="6" creationId="{98FB6EFE-91EF-A289-CA52-8660D08F0B47}"/>
          </ac:graphicFrameMkLst>
        </pc:graphicFrameChg>
        <pc:graphicFrameChg chg="add mod modGraphic">
          <ac:chgData name="M Praneeth" userId="0e51eccbd3ae1fbc" providerId="LiveId" clId="{DCCAEE51-E60B-4B19-8B93-FE9B1A902F83}" dt="2026-09-30T16:41:51.884" v="1048" actId="1076"/>
          <ac:graphicFrameMkLst>
            <pc:docMk/>
            <pc:sldMk cId="1010924883" sldId="285"/>
            <ac:graphicFrameMk id="7" creationId="{54670914-6FCE-B5FE-4925-7393DEEC84BF}"/>
          </ac:graphicFrameMkLst>
        </pc:graphicFrameChg>
      </pc:sldChg>
      <pc:sldChg chg="delSp modSp add mod setBg">
        <pc:chgData name="M Praneeth" userId="0e51eccbd3ae1fbc" providerId="LiveId" clId="{DCCAEE51-E60B-4B19-8B93-FE9B1A902F83}" dt="2026-10-01T04:10:16.814" v="1244"/>
        <pc:sldMkLst>
          <pc:docMk/>
          <pc:sldMk cId="3171184171" sldId="285"/>
        </pc:sldMkLst>
        <pc:spChg chg="mod">
          <ac:chgData name="M Praneeth" userId="0e51eccbd3ae1fbc" providerId="LiveId" clId="{DCCAEE51-E60B-4B19-8B93-FE9B1A902F83}" dt="2026-10-01T04:02:10.306" v="1175" actId="115"/>
          <ac:spMkLst>
            <pc:docMk/>
            <pc:sldMk cId="3171184171" sldId="285"/>
            <ac:spMk id="2" creationId="{00000000-0000-0000-0000-000000000000}"/>
          </ac:spMkLst>
        </pc:spChg>
        <pc:spChg chg="del">
          <ac:chgData name="M Praneeth" userId="0e51eccbd3ae1fbc" providerId="LiveId" clId="{DCCAEE51-E60B-4B19-8B93-FE9B1A902F83}" dt="2026-10-01T04:00:29.801" v="1161" actId="478"/>
          <ac:spMkLst>
            <pc:docMk/>
            <pc:sldMk cId="3171184171" sldId="285"/>
            <ac:spMk id="3" creationId="{00000000-0000-0000-0000-000000000000}"/>
          </ac:spMkLst>
        </pc:spChg>
        <pc:spChg chg="del">
          <ac:chgData name="M Praneeth" userId="0e51eccbd3ae1fbc" providerId="LiveId" clId="{DCCAEE51-E60B-4B19-8B93-FE9B1A902F83}" dt="2026-10-01T04:00:27.266" v="1160" actId="478"/>
          <ac:spMkLst>
            <pc:docMk/>
            <pc:sldMk cId="3171184171" sldId="285"/>
            <ac:spMk id="4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03.372" v="1173" actId="2711"/>
          <ac:spMkLst>
            <pc:docMk/>
            <pc:sldMk cId="3171184171" sldId="285"/>
            <ac:spMk id="5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03.372" v="1173" actId="2711"/>
          <ac:spMkLst>
            <pc:docMk/>
            <pc:sldMk cId="3171184171" sldId="285"/>
            <ac:spMk id="6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03.372" v="1173" actId="2711"/>
          <ac:spMkLst>
            <pc:docMk/>
            <pc:sldMk cId="3171184171" sldId="285"/>
            <ac:spMk id="8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03.372" v="1173" actId="2711"/>
          <ac:spMkLst>
            <pc:docMk/>
            <pc:sldMk cId="3171184171" sldId="285"/>
            <ac:spMk id="9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03.372" v="1173" actId="2711"/>
          <ac:spMkLst>
            <pc:docMk/>
            <pc:sldMk cId="3171184171" sldId="285"/>
            <ac:spMk id="13" creationId="{00000000-0000-0000-0000-000000000000}"/>
          </ac:spMkLst>
        </pc:spChg>
        <pc:graphicFrameChg chg="mod modGraphic">
          <ac:chgData name="M Praneeth" userId="0e51eccbd3ae1fbc" providerId="LiveId" clId="{DCCAEE51-E60B-4B19-8B93-FE9B1A902F83}" dt="2026-10-01T04:10:16.814" v="1244"/>
          <ac:graphicFrameMkLst>
            <pc:docMk/>
            <pc:sldMk cId="3171184171" sldId="285"/>
            <ac:graphicFrameMk id="7" creationId="{00000000-0000-0000-0000-000000000000}"/>
          </ac:graphicFrameMkLst>
        </pc:graphicFrameChg>
      </pc:sldChg>
      <pc:sldChg chg="delSp modSp add mod setBg">
        <pc:chgData name="M Praneeth" userId="0e51eccbd3ae1fbc" providerId="LiveId" clId="{DCCAEE51-E60B-4B19-8B93-FE9B1A902F83}" dt="2026-10-01T04:10:22.387" v="1245"/>
        <pc:sldMkLst>
          <pc:docMk/>
          <pc:sldMk cId="3500401539" sldId="286"/>
        </pc:sldMkLst>
        <pc:spChg chg="mod">
          <ac:chgData name="M Praneeth" userId="0e51eccbd3ae1fbc" providerId="LiveId" clId="{DCCAEE51-E60B-4B19-8B93-FE9B1A902F83}" dt="2026-10-01T04:02:28.162" v="1180" actId="114"/>
          <ac:spMkLst>
            <pc:docMk/>
            <pc:sldMk cId="3500401539" sldId="286"/>
            <ac:spMk id="2" creationId="{00000000-0000-0000-0000-000000000000}"/>
          </ac:spMkLst>
        </pc:spChg>
        <pc:spChg chg="del">
          <ac:chgData name="M Praneeth" userId="0e51eccbd3ae1fbc" providerId="LiveId" clId="{DCCAEE51-E60B-4B19-8B93-FE9B1A902F83}" dt="2026-10-01T04:00:36.846" v="1163" actId="478"/>
          <ac:spMkLst>
            <pc:docMk/>
            <pc:sldMk cId="3500401539" sldId="286"/>
            <ac:spMk id="3" creationId="{00000000-0000-0000-0000-000000000000}"/>
          </ac:spMkLst>
        </pc:spChg>
        <pc:spChg chg="del">
          <ac:chgData name="M Praneeth" userId="0e51eccbd3ae1fbc" providerId="LiveId" clId="{DCCAEE51-E60B-4B19-8B93-FE9B1A902F83}" dt="2026-10-01T04:00:35.024" v="1162" actId="478"/>
          <ac:spMkLst>
            <pc:docMk/>
            <pc:sldMk cId="3500401539" sldId="286"/>
            <ac:spMk id="4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22.384" v="1176" actId="2711"/>
          <ac:spMkLst>
            <pc:docMk/>
            <pc:sldMk cId="3500401539" sldId="286"/>
            <ac:spMk id="5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22.384" v="1176" actId="2711"/>
          <ac:spMkLst>
            <pc:docMk/>
            <pc:sldMk cId="3500401539" sldId="286"/>
            <ac:spMk id="6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22.384" v="1176" actId="2711"/>
          <ac:spMkLst>
            <pc:docMk/>
            <pc:sldMk cId="3500401539" sldId="286"/>
            <ac:spMk id="10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22.384" v="1176" actId="2711"/>
          <ac:spMkLst>
            <pc:docMk/>
            <pc:sldMk cId="3500401539" sldId="286"/>
            <ac:spMk id="11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22.384" v="1176" actId="2711"/>
          <ac:spMkLst>
            <pc:docMk/>
            <pc:sldMk cId="3500401539" sldId="286"/>
            <ac:spMk id="14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22.384" v="1176" actId="2711"/>
          <ac:spMkLst>
            <pc:docMk/>
            <pc:sldMk cId="3500401539" sldId="286"/>
            <ac:spMk id="15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22.384" v="1176" actId="2711"/>
          <ac:spMkLst>
            <pc:docMk/>
            <pc:sldMk cId="3500401539" sldId="286"/>
            <ac:spMk id="18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22.384" v="1176" actId="2711"/>
          <ac:spMkLst>
            <pc:docMk/>
            <pc:sldMk cId="3500401539" sldId="286"/>
            <ac:spMk id="21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22.384" v="1176" actId="2711"/>
          <ac:spMkLst>
            <pc:docMk/>
            <pc:sldMk cId="3500401539" sldId="286"/>
            <ac:spMk id="23" creationId="{00000000-0000-0000-0000-000000000000}"/>
          </ac:spMkLst>
        </pc:spChg>
        <pc:graphicFrameChg chg="mod">
          <ac:chgData name="M Praneeth" userId="0e51eccbd3ae1fbc" providerId="LiveId" clId="{DCCAEE51-E60B-4B19-8B93-FE9B1A902F83}" dt="2026-10-01T04:10:22.387" v="1245"/>
          <ac:graphicFrameMkLst>
            <pc:docMk/>
            <pc:sldMk cId="3500401539" sldId="286"/>
            <ac:graphicFrameMk id="7" creationId="{00000000-0000-0000-0000-000000000000}"/>
          </ac:graphicFrameMkLst>
        </pc:graphicFrameChg>
      </pc:sldChg>
      <pc:sldChg chg="delSp modSp add mod setBg">
        <pc:chgData name="M Praneeth" userId="0e51eccbd3ae1fbc" providerId="LiveId" clId="{DCCAEE51-E60B-4B19-8B93-FE9B1A902F83}" dt="2026-10-01T04:10:30.938" v="1248" actId="20577"/>
        <pc:sldMkLst>
          <pc:docMk/>
          <pc:sldMk cId="952251290" sldId="287"/>
        </pc:sldMkLst>
        <pc:spChg chg="mod">
          <ac:chgData name="M Praneeth" userId="0e51eccbd3ae1fbc" providerId="LiveId" clId="{DCCAEE51-E60B-4B19-8B93-FE9B1A902F83}" dt="2026-10-01T04:03:02.966" v="1183" actId="115"/>
          <ac:spMkLst>
            <pc:docMk/>
            <pc:sldMk cId="952251290" sldId="287"/>
            <ac:spMk id="2" creationId="{00000000-0000-0000-0000-000000000000}"/>
          </ac:spMkLst>
        </pc:spChg>
        <pc:spChg chg="del">
          <ac:chgData name="M Praneeth" userId="0e51eccbd3ae1fbc" providerId="LiveId" clId="{DCCAEE51-E60B-4B19-8B93-FE9B1A902F83}" dt="2026-10-01T04:00:43.524" v="1165" actId="478"/>
          <ac:spMkLst>
            <pc:docMk/>
            <pc:sldMk cId="952251290" sldId="287"/>
            <ac:spMk id="3" creationId="{00000000-0000-0000-0000-000000000000}"/>
          </ac:spMkLst>
        </pc:spChg>
        <pc:spChg chg="del">
          <ac:chgData name="M Praneeth" userId="0e51eccbd3ae1fbc" providerId="LiveId" clId="{DCCAEE51-E60B-4B19-8B93-FE9B1A902F83}" dt="2026-10-01T04:00:41.740" v="1164" actId="478"/>
          <ac:spMkLst>
            <pc:docMk/>
            <pc:sldMk cId="952251290" sldId="287"/>
            <ac:spMk id="4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56.631" v="1181" actId="2711"/>
          <ac:spMkLst>
            <pc:docMk/>
            <pc:sldMk cId="952251290" sldId="287"/>
            <ac:spMk id="5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56.631" v="1181" actId="2711"/>
          <ac:spMkLst>
            <pc:docMk/>
            <pc:sldMk cId="952251290" sldId="287"/>
            <ac:spMk id="6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56.631" v="1181" actId="2711"/>
          <ac:spMkLst>
            <pc:docMk/>
            <pc:sldMk cId="952251290" sldId="287"/>
            <ac:spMk id="9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56.631" v="1181" actId="2711"/>
          <ac:spMkLst>
            <pc:docMk/>
            <pc:sldMk cId="952251290" sldId="287"/>
            <ac:spMk id="10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56.631" v="1181" actId="2711"/>
          <ac:spMkLst>
            <pc:docMk/>
            <pc:sldMk cId="952251290" sldId="287"/>
            <ac:spMk id="11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2:56.631" v="1181" actId="2711"/>
          <ac:spMkLst>
            <pc:docMk/>
            <pc:sldMk cId="952251290" sldId="287"/>
            <ac:spMk id="12" creationId="{00000000-0000-0000-0000-000000000000}"/>
          </ac:spMkLst>
        </pc:spChg>
        <pc:graphicFrameChg chg="mod modGraphic">
          <ac:chgData name="M Praneeth" userId="0e51eccbd3ae1fbc" providerId="LiveId" clId="{DCCAEE51-E60B-4B19-8B93-FE9B1A902F83}" dt="2026-10-01T04:10:30.938" v="1248" actId="20577"/>
          <ac:graphicFrameMkLst>
            <pc:docMk/>
            <pc:sldMk cId="952251290" sldId="287"/>
            <ac:graphicFrameMk id="8" creationId="{00000000-0000-0000-0000-000000000000}"/>
          </ac:graphicFrameMkLst>
        </pc:graphicFrameChg>
      </pc:sldChg>
      <pc:sldChg chg="delSp modSp add mod setBg">
        <pc:chgData name="M Praneeth" userId="0e51eccbd3ae1fbc" providerId="LiveId" clId="{DCCAEE51-E60B-4B19-8B93-FE9B1A902F83}" dt="2026-10-01T04:10:36.741" v="1249"/>
        <pc:sldMkLst>
          <pc:docMk/>
          <pc:sldMk cId="2051030177" sldId="288"/>
        </pc:sldMkLst>
        <pc:spChg chg="mod">
          <ac:chgData name="M Praneeth" userId="0e51eccbd3ae1fbc" providerId="LiveId" clId="{DCCAEE51-E60B-4B19-8B93-FE9B1A902F83}" dt="2026-10-01T04:03:26.112" v="1186" actId="207"/>
          <ac:spMkLst>
            <pc:docMk/>
            <pc:sldMk cId="2051030177" sldId="288"/>
            <ac:spMk id="2" creationId="{00000000-0000-0000-0000-000000000000}"/>
          </ac:spMkLst>
        </pc:spChg>
        <pc:spChg chg="del">
          <ac:chgData name="M Praneeth" userId="0e51eccbd3ae1fbc" providerId="LiveId" clId="{DCCAEE51-E60B-4B19-8B93-FE9B1A902F83}" dt="2026-10-01T04:00:49.962" v="1167" actId="478"/>
          <ac:spMkLst>
            <pc:docMk/>
            <pc:sldMk cId="2051030177" sldId="288"/>
            <ac:spMk id="3" creationId="{00000000-0000-0000-0000-000000000000}"/>
          </ac:spMkLst>
        </pc:spChg>
        <pc:spChg chg="del">
          <ac:chgData name="M Praneeth" userId="0e51eccbd3ae1fbc" providerId="LiveId" clId="{DCCAEE51-E60B-4B19-8B93-FE9B1A902F83}" dt="2026-10-01T04:00:48.663" v="1166" actId="478"/>
          <ac:spMkLst>
            <pc:docMk/>
            <pc:sldMk cId="2051030177" sldId="288"/>
            <ac:spMk id="4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19.634" v="1184" actId="2711"/>
          <ac:spMkLst>
            <pc:docMk/>
            <pc:sldMk cId="2051030177" sldId="288"/>
            <ac:spMk id="5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19.634" v="1184" actId="2711"/>
          <ac:spMkLst>
            <pc:docMk/>
            <pc:sldMk cId="2051030177" sldId="288"/>
            <ac:spMk id="6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19.634" v="1184" actId="2711"/>
          <ac:spMkLst>
            <pc:docMk/>
            <pc:sldMk cId="2051030177" sldId="288"/>
            <ac:spMk id="7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19.634" v="1184" actId="2711"/>
          <ac:spMkLst>
            <pc:docMk/>
            <pc:sldMk cId="2051030177" sldId="288"/>
            <ac:spMk id="12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19.634" v="1184" actId="2711"/>
          <ac:spMkLst>
            <pc:docMk/>
            <pc:sldMk cId="2051030177" sldId="288"/>
            <ac:spMk id="15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19.634" v="1184" actId="2711"/>
          <ac:spMkLst>
            <pc:docMk/>
            <pc:sldMk cId="2051030177" sldId="288"/>
            <ac:spMk id="17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19.634" v="1184" actId="2711"/>
          <ac:spMkLst>
            <pc:docMk/>
            <pc:sldMk cId="2051030177" sldId="288"/>
            <ac:spMk id="23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31.762" v="1187" actId="1076"/>
          <ac:spMkLst>
            <pc:docMk/>
            <pc:sldMk cId="2051030177" sldId="288"/>
            <ac:spMk id="24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19.634" v="1184" actId="2711"/>
          <ac:spMkLst>
            <pc:docMk/>
            <pc:sldMk cId="2051030177" sldId="288"/>
            <ac:spMk id="26" creationId="{00000000-0000-0000-0000-000000000000}"/>
          </ac:spMkLst>
        </pc:spChg>
        <pc:graphicFrameChg chg="mod">
          <ac:chgData name="M Praneeth" userId="0e51eccbd3ae1fbc" providerId="LiveId" clId="{DCCAEE51-E60B-4B19-8B93-FE9B1A902F83}" dt="2026-10-01T04:10:36.741" v="1249"/>
          <ac:graphicFrameMkLst>
            <pc:docMk/>
            <pc:sldMk cId="2051030177" sldId="288"/>
            <ac:graphicFrameMk id="9" creationId="{00000000-0000-0000-0000-000000000000}"/>
          </ac:graphicFrameMkLst>
        </pc:graphicFrameChg>
      </pc:sldChg>
      <pc:sldChg chg="delSp modSp add mod setBg">
        <pc:chgData name="M Praneeth" userId="0e51eccbd3ae1fbc" providerId="LiveId" clId="{DCCAEE51-E60B-4B19-8B93-FE9B1A902F83}" dt="2026-10-01T04:10:42.900" v="1250"/>
        <pc:sldMkLst>
          <pc:docMk/>
          <pc:sldMk cId="90683853" sldId="289"/>
        </pc:sldMkLst>
        <pc:spChg chg="mod">
          <ac:chgData name="M Praneeth" userId="0e51eccbd3ae1fbc" providerId="LiveId" clId="{DCCAEE51-E60B-4B19-8B93-FE9B1A902F83}" dt="2026-10-01T04:04:04.191" v="1190" actId="115"/>
          <ac:spMkLst>
            <pc:docMk/>
            <pc:sldMk cId="90683853" sldId="289"/>
            <ac:spMk id="2" creationId="{00000000-0000-0000-0000-000000000000}"/>
          </ac:spMkLst>
        </pc:spChg>
        <pc:spChg chg="del">
          <ac:chgData name="M Praneeth" userId="0e51eccbd3ae1fbc" providerId="LiveId" clId="{DCCAEE51-E60B-4B19-8B93-FE9B1A902F83}" dt="2026-10-01T04:00:56.256" v="1169" actId="478"/>
          <ac:spMkLst>
            <pc:docMk/>
            <pc:sldMk cId="90683853" sldId="289"/>
            <ac:spMk id="3" creationId="{00000000-0000-0000-0000-000000000000}"/>
          </ac:spMkLst>
        </pc:spChg>
        <pc:spChg chg="del">
          <ac:chgData name="M Praneeth" userId="0e51eccbd3ae1fbc" providerId="LiveId" clId="{DCCAEE51-E60B-4B19-8B93-FE9B1A902F83}" dt="2026-10-01T04:00:54.914" v="1168" actId="478"/>
          <ac:spMkLst>
            <pc:docMk/>
            <pc:sldMk cId="90683853" sldId="289"/>
            <ac:spMk id="4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50.484" v="1188" actId="2711"/>
          <ac:spMkLst>
            <pc:docMk/>
            <pc:sldMk cId="90683853" sldId="289"/>
            <ac:spMk id="7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50.484" v="1188" actId="2711"/>
          <ac:spMkLst>
            <pc:docMk/>
            <pc:sldMk cId="90683853" sldId="289"/>
            <ac:spMk id="13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50.484" v="1188" actId="2711"/>
          <ac:spMkLst>
            <pc:docMk/>
            <pc:sldMk cId="90683853" sldId="289"/>
            <ac:spMk id="15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50.484" v="1188" actId="2711"/>
          <ac:spMkLst>
            <pc:docMk/>
            <pc:sldMk cId="90683853" sldId="289"/>
            <ac:spMk id="17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50.484" v="1188" actId="2711"/>
          <ac:spMkLst>
            <pc:docMk/>
            <pc:sldMk cId="90683853" sldId="289"/>
            <ac:spMk id="18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50.484" v="1188" actId="2711"/>
          <ac:spMkLst>
            <pc:docMk/>
            <pc:sldMk cId="90683853" sldId="289"/>
            <ac:spMk id="21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50.484" v="1188" actId="2711"/>
          <ac:spMkLst>
            <pc:docMk/>
            <pc:sldMk cId="90683853" sldId="289"/>
            <ac:spMk id="23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50.484" v="1188" actId="2711"/>
          <ac:spMkLst>
            <pc:docMk/>
            <pc:sldMk cId="90683853" sldId="289"/>
            <ac:spMk id="24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3:50.484" v="1188" actId="2711"/>
          <ac:spMkLst>
            <pc:docMk/>
            <pc:sldMk cId="90683853" sldId="289"/>
            <ac:spMk id="25" creationId="{00000000-0000-0000-0000-000000000000}"/>
          </ac:spMkLst>
        </pc:spChg>
        <pc:graphicFrameChg chg="mod">
          <ac:chgData name="M Praneeth" userId="0e51eccbd3ae1fbc" providerId="LiveId" clId="{DCCAEE51-E60B-4B19-8B93-FE9B1A902F83}" dt="2026-10-01T04:10:42.900" v="1250"/>
          <ac:graphicFrameMkLst>
            <pc:docMk/>
            <pc:sldMk cId="90683853" sldId="289"/>
            <ac:graphicFrameMk id="19" creationId="{00000000-0000-0000-0000-000000000000}"/>
          </ac:graphicFrameMkLst>
        </pc:graphicFrameChg>
      </pc:sldChg>
      <pc:sldChg chg="add del ord setBg">
        <pc:chgData name="M Praneeth" userId="0e51eccbd3ae1fbc" providerId="LiveId" clId="{DCCAEE51-E60B-4B19-8B93-FE9B1A902F83}" dt="2026-10-01T03:58:21.271" v="1146" actId="2696"/>
        <pc:sldMkLst>
          <pc:docMk/>
          <pc:sldMk cId="3072851892" sldId="290"/>
        </pc:sldMkLst>
      </pc:sldChg>
      <pc:sldChg chg="modSp add mod setBg">
        <pc:chgData name="M Praneeth" userId="0e51eccbd3ae1fbc" providerId="LiveId" clId="{DCCAEE51-E60B-4B19-8B93-FE9B1A902F83}" dt="2026-10-01T04:04:41.760" v="1193" actId="207"/>
        <pc:sldMkLst>
          <pc:docMk/>
          <pc:sldMk cId="783979953" sldId="291"/>
        </pc:sldMkLst>
        <pc:spChg chg="mod">
          <ac:chgData name="M Praneeth" userId="0e51eccbd3ae1fbc" providerId="LiveId" clId="{DCCAEE51-E60B-4B19-8B93-FE9B1A902F83}" dt="2026-10-01T04:04:41.760" v="1193" actId="207"/>
          <ac:spMkLst>
            <pc:docMk/>
            <pc:sldMk cId="783979953" sldId="291"/>
            <ac:spMk id="2" creationId="{00000000-0000-0000-0000-000000000000}"/>
          </ac:spMkLst>
        </pc:spChg>
        <pc:spChg chg="mod">
          <ac:chgData name="M Praneeth" userId="0e51eccbd3ae1fbc" providerId="LiveId" clId="{DCCAEE51-E60B-4B19-8B93-FE9B1A902F83}" dt="2026-10-01T04:04:27.014" v="1191" actId="2711"/>
          <ac:spMkLst>
            <pc:docMk/>
            <pc:sldMk cId="783979953" sldId="291"/>
            <ac:spMk id="10" creationId="{00000000-0000-0000-0000-000000000000}"/>
          </ac:spMkLst>
        </pc:spChg>
      </pc:sldChg>
      <pc:sldChg chg="add del setBg">
        <pc:chgData name="M Praneeth" userId="0e51eccbd3ae1fbc" providerId="LiveId" clId="{DCCAEE51-E60B-4B19-8B93-FE9B1A902F83}" dt="2026-10-01T03:57:59.752" v="1143" actId="2696"/>
        <pc:sldMkLst>
          <pc:docMk/>
          <pc:sldMk cId="4293669632" sldId="292"/>
        </pc:sldMkLst>
      </pc:sldChg>
      <pc:sldMasterChg chg="modSldLayout">
        <pc:chgData name="M Praneeth" userId="0e51eccbd3ae1fbc" providerId="LiveId" clId="{DCCAEE51-E60B-4B19-8B93-FE9B1A902F83}" dt="2026-09-30T16:13:02.292" v="892" actId="207"/>
        <pc:sldMasterMkLst>
          <pc:docMk/>
          <pc:sldMasterMk cId="0" sldId="2147483648"/>
        </pc:sldMasterMkLst>
        <pc:sldLayoutChg chg="addSp modSp mod">
          <pc:chgData name="M Praneeth" userId="0e51eccbd3ae1fbc" providerId="LiveId" clId="{DCCAEE51-E60B-4B19-8B93-FE9B1A902F83}" dt="2026-09-30T16:13:02.292" v="892" actId="207"/>
          <pc:sldLayoutMkLst>
            <pc:docMk/>
            <pc:sldMasterMk cId="0" sldId="2147483648"/>
            <pc:sldLayoutMk cId="0" sldId="2147483650"/>
          </pc:sldLayoutMkLst>
          <pc:spChg chg="add mod">
            <ac:chgData name="M Praneeth" userId="0e51eccbd3ae1fbc" providerId="LiveId" clId="{DCCAEE51-E60B-4B19-8B93-FE9B1A902F83}" dt="2026-09-30T16:13:02.292" v="892" actId="207"/>
            <ac:spMkLst>
              <pc:docMk/>
              <pc:sldMasterMk cId="0" sldId="2147483648"/>
              <pc:sldLayoutMk cId="0" sldId="2147483650"/>
              <ac:spMk id="4" creationId="{E9AEE3F4-0E4F-5304-B111-2BFA3742993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671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6A0FD-AEC3-4781-22BA-E57C267A7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6F852-DE57-1750-BFBB-9CBD274CA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6C69D-5797-8F08-F75E-CA911855B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99C8A-8A9E-A45A-9581-FF283E4549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739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069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anomalies with gym examples, then state the two goals of normalization: remove redundancy and protect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52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highlighted columns: several payments and attendance dates are crammed into single cells. This violates 1NF.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82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1NF every cell is atomic. The key is now a composite of member_id and payment_date. Notice the repeated member, plan and trainer details; that leads to 2NF.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863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highlighted columns depend only on member_id, which is just part of the composite key. That is a partial dependency and violates 2NF.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990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details are now stored once per member in Member_Details. Payments and Attendance keep only columns that depend on their full keys. Plan and trainer details are still not fully separated.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782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member_id determines plan_id, and plan_id determines plan_name and fee. The same chain exists for trainers. This indirect link is a transitive dependency and violates 3NF.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947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Plans and Trainers are now separate tables. Member_Details stores only plan_id and trainer_id as foreign keys. Each fact is stored exactly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721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schema. Member_Details became Members plus Memberships (a member can renew or change plans, so membership_id is a surrogate key). Payments and Attendance get their own ids. All relationships are enforced with foreign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99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3F4BD5-03EA-42DE-CA4E-2F7DEAFDD4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16419" y="111471"/>
            <a:ext cx="1218260" cy="4359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AEE3F4-0E4F-5304-B111-2BFA37429930}"/>
              </a:ext>
            </a:extLst>
          </p:cNvPr>
          <p:cNvSpPr txBox="1"/>
          <p:nvPr userDrawn="1"/>
        </p:nvSpPr>
        <p:spPr>
          <a:xfrm>
            <a:off x="2994212" y="4883771"/>
            <a:ext cx="38070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>
                <a:solidFill>
                  <a:srgbClr val="002060"/>
                </a:solidFill>
              </a:rPr>
              <a:t>DBMS Cornerstone Project   |   Gym Membership Management System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390650"/>
            <a:ext cx="6858000" cy="12418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706" y="444066"/>
            <a:ext cx="5706855" cy="75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861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C53EB3-0E2B-9DBC-EAC5-AD7F712A9C7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8450" y="147566"/>
            <a:ext cx="1151016" cy="4119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0" y="1776195"/>
            <a:ext cx="9231990" cy="1821669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  <a:defRPr/>
            </a:pPr>
            <a:endParaRPr lang="en-IN" sz="3200" dirty="0">
              <a:solidFill>
                <a:schemeClr val="accent2"/>
              </a:solidFill>
              <a:latin typeface="Instrument Sans SemiBold" panose="020B060402020202020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IN" sz="900" dirty="0">
                <a:solidFill>
                  <a:srgbClr val="114F7E"/>
                </a:solidFill>
                <a:latin typeface="Instrument Sans SemiBold" panose="020B0604020202020204" charset="0"/>
              </a:rPr>
              <a:t>DATABASE MANAGEMENT SYSTEM CAPSTONE PROJECT </a:t>
            </a:r>
          </a:p>
          <a:p>
            <a:pPr algn="ctr" defTabSz="685800">
              <a:lnSpc>
                <a:spcPct val="90000"/>
              </a:lnSpc>
              <a:spcBef>
                <a:spcPct val="0"/>
              </a:spcBef>
              <a:defRPr/>
            </a:pPr>
            <a:endParaRPr lang="en-IN" sz="800" dirty="0">
              <a:latin typeface="Instrument Sans SemiBold" panose="020B0604020202020204" charset="0"/>
            </a:endParaRPr>
          </a:p>
          <a:p>
            <a:pPr algn="ctr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IN" sz="3200" u="sng" dirty="0">
                <a:solidFill>
                  <a:schemeClr val="accent2"/>
                </a:solidFill>
                <a:latin typeface="Instrument Sans SemiBold" panose="020B060402020202020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GYM MEMBERSHIP MANAGEMENT</a:t>
            </a:r>
          </a:p>
          <a:p>
            <a:pPr algn="ctr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IN" sz="3200" u="sng" dirty="0">
                <a:solidFill>
                  <a:schemeClr val="accent2"/>
                </a:solidFill>
                <a:latin typeface="Instrument Sans SemiBold" panose="020B060402020202020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SYSTEM</a:t>
            </a:r>
          </a:p>
          <a:p>
            <a:pPr algn="ctr" defTabSz="685800">
              <a:lnSpc>
                <a:spcPct val="90000"/>
              </a:lnSpc>
              <a:spcBef>
                <a:spcPct val="0"/>
              </a:spcBef>
              <a:defRPr/>
            </a:pPr>
            <a:br>
              <a:rPr lang="en-US" sz="3300" dirty="0">
                <a:solidFill>
                  <a:schemeClr val="accent2"/>
                </a:solidFill>
                <a:latin typeface="Instrument Sans SemiBold" panose="020B0604020202020204" charset="0"/>
                <a:ea typeface="+mj-ea"/>
                <a:cs typeface="+mj-cs"/>
              </a:rPr>
            </a:br>
            <a:endParaRPr lang="en-IN" sz="3300" dirty="0">
              <a:solidFill>
                <a:schemeClr val="accent2"/>
              </a:solidFill>
              <a:latin typeface="Instrument Sans SemiBold" panose="020B0604020202020204" charset="0"/>
              <a:ea typeface="+mj-ea"/>
              <a:cs typeface="+mj-cs"/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607191" y="3597864"/>
            <a:ext cx="7768883" cy="106344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algn="ctr" defTabSz="685800">
              <a:lnSpc>
                <a:spcPct val="90000"/>
              </a:lnSpc>
              <a:spcBef>
                <a:spcPts val="750"/>
              </a:spcBef>
              <a:defRPr/>
            </a:pPr>
            <a:endParaRPr lang="en-IN" sz="1500" dirty="0">
              <a:solidFill>
                <a:srgbClr val="002060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746814-0148-D8E3-C927-230075810DCB}"/>
              </a:ext>
            </a:extLst>
          </p:cNvPr>
          <p:cNvSpPr txBox="1"/>
          <p:nvPr/>
        </p:nvSpPr>
        <p:spPr>
          <a:xfrm>
            <a:off x="2633808" y="2896994"/>
            <a:ext cx="38763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u="sng" dirty="0">
                <a:solidFill>
                  <a:schemeClr val="accent2"/>
                </a:solidFill>
                <a:latin typeface="Instrument Sans SemiBold" panose="020B0604020202020204" charset="0"/>
              </a:rPr>
              <a:t>Presented by:</a:t>
            </a:r>
          </a:p>
          <a:p>
            <a:pPr algn="ctr"/>
            <a:endParaRPr lang="en-US" sz="1600" b="1" u="sng" dirty="0">
              <a:solidFill>
                <a:srgbClr val="002060"/>
              </a:solidFill>
              <a:latin typeface="Instrument Sans SemiBold" panose="020B0604020202020204" charset="0"/>
            </a:endParaRPr>
          </a:p>
          <a:p>
            <a:r>
              <a:rPr lang="en-US" sz="1600" dirty="0">
                <a:latin typeface="Instrument Sans SemiBold" panose="020B0604020202020204" charset="0"/>
              </a:rPr>
              <a:t>M Praneeth                               25B11CS587</a:t>
            </a:r>
          </a:p>
          <a:p>
            <a:r>
              <a:rPr lang="en-US" sz="1600" dirty="0">
                <a:latin typeface="Instrument Sans SemiBold" panose="020B0604020202020204" charset="0"/>
              </a:rPr>
              <a:t>L V Nitheesh </a:t>
            </a:r>
            <a:r>
              <a:rPr lang="en-US" sz="1600" dirty="0" err="1">
                <a:latin typeface="Instrument Sans SemiBold" panose="020B0604020202020204" charset="0"/>
              </a:rPr>
              <a:t>Patrudu</a:t>
            </a:r>
            <a:r>
              <a:rPr lang="en-US" sz="1600" dirty="0">
                <a:latin typeface="Instrument Sans SemiBold" panose="020B0604020202020204" charset="0"/>
              </a:rPr>
              <a:t>        25B11CS515</a:t>
            </a:r>
          </a:p>
          <a:p>
            <a:r>
              <a:rPr lang="en-US" sz="1600" dirty="0">
                <a:latin typeface="Instrument Sans SemiBold" panose="020B0604020202020204" charset="0"/>
              </a:rPr>
              <a:t>D Mahesh Babu 	             25B11CS215</a:t>
            </a:r>
          </a:p>
          <a:p>
            <a:r>
              <a:rPr lang="en-US" sz="1600" dirty="0">
                <a:latin typeface="Instrument Sans SemiBold" panose="020B0604020202020204" charset="0"/>
              </a:rPr>
              <a:t>Nava Jeevan                             25B11CS969</a:t>
            </a:r>
            <a:endParaRPr lang="en-IN" sz="1600" dirty="0">
              <a:latin typeface="Instrument Sans Semi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434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442168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u="sng" dirty="0">
                <a:solidFill>
                  <a:schemeClr val="accent2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Presentation Outline</a:t>
            </a:r>
            <a:endParaRPr lang="en-US" sz="2200" b="1" u="sng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048050"/>
            <a:ext cx="8151763" cy="3266926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Autofit/>
          </a:bodyPr>
          <a:lstStyle/>
          <a:p>
            <a:pPr marL="342900" indent="-342900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Overview</a:t>
            </a:r>
            <a:endParaRPr lang="en-US" sz="1400" dirty="0">
              <a:solidFill>
                <a:srgbClr val="114F7E"/>
              </a:solidFill>
            </a:endParaRPr>
          </a:p>
          <a:p>
            <a:pPr marL="342900" indent="-342900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 Statement</a:t>
            </a:r>
            <a:endParaRPr lang="en-US" sz="1400" dirty="0">
              <a:solidFill>
                <a:srgbClr val="114F7E"/>
              </a:solidFill>
            </a:endParaRPr>
          </a:p>
          <a:p>
            <a:pPr marL="342900" indent="-342900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Objectives</a:t>
            </a:r>
            <a:endParaRPr lang="en-US" sz="1400" dirty="0">
              <a:solidFill>
                <a:srgbClr val="114F7E"/>
              </a:solidFill>
            </a:endParaRPr>
          </a:p>
          <a:p>
            <a:pPr marL="342900" indent="-342900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Requirements</a:t>
            </a:r>
            <a:endParaRPr lang="en-US" sz="1400" dirty="0">
              <a:solidFill>
                <a:srgbClr val="114F7E"/>
              </a:solidFill>
            </a:endParaRPr>
          </a:p>
          <a:p>
            <a:pPr marL="342900" indent="-342900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 Modules</a:t>
            </a:r>
            <a:endParaRPr lang="en-US" sz="1400" dirty="0">
              <a:solidFill>
                <a:srgbClr val="114F7E"/>
              </a:solidFill>
            </a:endParaRPr>
          </a:p>
          <a:p>
            <a:pPr marL="342900" indent="-342900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 Entities</a:t>
            </a:r>
            <a:endParaRPr lang="en-US" sz="1400" dirty="0">
              <a:solidFill>
                <a:srgbClr val="114F7E"/>
              </a:solidFill>
            </a:endParaRPr>
          </a:p>
          <a:p>
            <a:pPr marL="342900" indent="-342900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Relationships &amp; Cardinality</a:t>
            </a:r>
            <a:endParaRPr lang="en-US" sz="1400" dirty="0">
              <a:solidFill>
                <a:srgbClr val="114F7E"/>
              </a:solidFill>
            </a:endParaRPr>
          </a:p>
          <a:p>
            <a:pPr marL="342900" indent="-342900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ER Diagram</a:t>
            </a:r>
            <a:endParaRPr lang="en-US" sz="1400" dirty="0">
              <a:solidFill>
                <a:srgbClr val="114F7E"/>
              </a:solidFill>
            </a:endParaRPr>
          </a:p>
          <a:p>
            <a:pPr marL="342900" indent="-342900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 Implementation</a:t>
            </a:r>
            <a:endParaRPr lang="en-US" sz="1400" dirty="0">
              <a:solidFill>
                <a:srgbClr val="114F7E"/>
              </a:solidFill>
            </a:endParaRPr>
          </a:p>
          <a:p>
            <a:pPr marL="342900" indent="-342900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 Queries</a:t>
            </a:r>
            <a:endParaRPr lang="en-US" sz="1400" dirty="0">
              <a:solidFill>
                <a:srgbClr val="114F7E"/>
              </a:solidFill>
            </a:endParaRPr>
          </a:p>
          <a:p>
            <a:pPr marL="342900" indent="-342900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Results &amp; Benefits</a:t>
            </a:r>
            <a:endParaRPr lang="en-US" sz="1400" dirty="0">
              <a:solidFill>
                <a:srgbClr val="114F7E"/>
              </a:solidFill>
            </a:endParaRPr>
          </a:p>
          <a:p>
            <a:pPr marL="342900" indent="-342900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 &amp; Future Scope</a:t>
            </a:r>
            <a:endParaRPr lang="en-US" sz="1400" dirty="0">
              <a:solidFill>
                <a:srgbClr val="114F7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8969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u="sng" dirty="0">
                <a:solidFill>
                  <a:schemeClr val="accent2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Overview</a:t>
            </a:r>
            <a:endParaRPr lang="en-US" sz="2350" u="sng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014561"/>
            <a:ext cx="8151763" cy="46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850"/>
              </a:spcAft>
              <a:buNone/>
            </a:pPr>
            <a:r>
              <a:rPr lang="en-US" sz="9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Gym Membership Management System is a database system designed to manage important gym-related information in an organized manner.</a:t>
            </a:r>
            <a:endParaRPr lang="en-US" sz="900" dirty="0">
              <a:solidFill>
                <a:srgbClr val="114F7E"/>
              </a:solidFill>
            </a:endParaRPr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system manages:</a:t>
            </a:r>
            <a:endParaRPr lang="en-US" sz="900" dirty="0">
              <a:solidFill>
                <a:srgbClr val="114F7E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594247"/>
            <a:ext cx="4025429" cy="426021"/>
          </a:xfrm>
          <a:prstGeom prst="roundRect">
            <a:avLst>
              <a:gd name="adj" fmla="val 25270"/>
            </a:avLst>
          </a:prstGeom>
          <a:solidFill>
            <a:srgbClr val="114F7E"/>
          </a:solidFill>
          <a:ln/>
        </p:spPr>
      </p:sp>
      <p:sp>
        <p:nvSpPr>
          <p:cNvPr id="5" name="Text 3"/>
          <p:cNvSpPr/>
          <p:nvPr/>
        </p:nvSpPr>
        <p:spPr>
          <a:xfrm>
            <a:off x="615702" y="1713830"/>
            <a:ext cx="3786262" cy="186854"/>
          </a:xfrm>
          <a:prstGeom prst="rect">
            <a:avLst/>
          </a:prstGeom>
          <a:solidFill>
            <a:srgbClr val="114F7E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Members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622453" y="1594247"/>
            <a:ext cx="4025429" cy="426021"/>
          </a:xfrm>
          <a:prstGeom prst="roundRect">
            <a:avLst>
              <a:gd name="adj" fmla="val 25270"/>
            </a:avLst>
          </a:prstGeom>
          <a:solidFill>
            <a:srgbClr val="114F7E"/>
          </a:solidFill>
          <a:ln/>
        </p:spPr>
      </p:sp>
      <p:sp>
        <p:nvSpPr>
          <p:cNvPr id="7" name="Text 5"/>
          <p:cNvSpPr/>
          <p:nvPr/>
        </p:nvSpPr>
        <p:spPr>
          <a:xfrm>
            <a:off x="4742036" y="1713830"/>
            <a:ext cx="3786262" cy="186854"/>
          </a:xfrm>
          <a:prstGeom prst="rect">
            <a:avLst/>
          </a:prstGeom>
          <a:solidFill>
            <a:srgbClr val="114F7E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Trainers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96119" y="2121173"/>
            <a:ext cx="4025429" cy="426021"/>
          </a:xfrm>
          <a:prstGeom prst="roundRect">
            <a:avLst>
              <a:gd name="adj" fmla="val 25270"/>
            </a:avLst>
          </a:prstGeom>
          <a:solidFill>
            <a:srgbClr val="114F7E"/>
          </a:solidFill>
          <a:ln/>
        </p:spPr>
      </p:sp>
      <p:sp>
        <p:nvSpPr>
          <p:cNvPr id="9" name="Text 7"/>
          <p:cNvSpPr/>
          <p:nvPr/>
        </p:nvSpPr>
        <p:spPr>
          <a:xfrm>
            <a:off x="615702" y="2240756"/>
            <a:ext cx="3786262" cy="186854"/>
          </a:xfrm>
          <a:prstGeom prst="rect">
            <a:avLst/>
          </a:prstGeom>
          <a:solidFill>
            <a:srgbClr val="114F7E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Membership Plans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22453" y="2121173"/>
            <a:ext cx="4025429" cy="426021"/>
          </a:xfrm>
          <a:prstGeom prst="roundRect">
            <a:avLst>
              <a:gd name="adj" fmla="val 25270"/>
            </a:avLst>
          </a:prstGeom>
          <a:solidFill>
            <a:srgbClr val="114F7E"/>
          </a:solidFill>
          <a:ln/>
        </p:spPr>
      </p:sp>
      <p:sp>
        <p:nvSpPr>
          <p:cNvPr id="11" name="Text 9"/>
          <p:cNvSpPr/>
          <p:nvPr/>
        </p:nvSpPr>
        <p:spPr>
          <a:xfrm>
            <a:off x="4742036" y="2240756"/>
            <a:ext cx="3786262" cy="186854"/>
          </a:xfrm>
          <a:prstGeom prst="rect">
            <a:avLst/>
          </a:prstGeom>
          <a:solidFill>
            <a:srgbClr val="114F7E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Memberships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6119" y="2648099"/>
            <a:ext cx="4025429" cy="426021"/>
          </a:xfrm>
          <a:prstGeom prst="roundRect">
            <a:avLst>
              <a:gd name="adj" fmla="val 25270"/>
            </a:avLst>
          </a:prstGeom>
          <a:solidFill>
            <a:srgbClr val="114F7E"/>
          </a:solidFill>
          <a:ln/>
        </p:spPr>
      </p:sp>
      <p:sp>
        <p:nvSpPr>
          <p:cNvPr id="13" name="Text 11"/>
          <p:cNvSpPr/>
          <p:nvPr/>
        </p:nvSpPr>
        <p:spPr>
          <a:xfrm>
            <a:off x="615702" y="2767682"/>
            <a:ext cx="3786262" cy="186854"/>
          </a:xfrm>
          <a:prstGeom prst="rect">
            <a:avLst/>
          </a:prstGeom>
          <a:solidFill>
            <a:srgbClr val="114F7E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Payments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22453" y="2648099"/>
            <a:ext cx="4025429" cy="426021"/>
          </a:xfrm>
          <a:prstGeom prst="roundRect">
            <a:avLst>
              <a:gd name="adj" fmla="val 25270"/>
            </a:avLst>
          </a:prstGeom>
          <a:solidFill>
            <a:srgbClr val="114F7E"/>
          </a:solidFill>
          <a:ln/>
        </p:spPr>
      </p:sp>
      <p:sp>
        <p:nvSpPr>
          <p:cNvPr id="15" name="Text 13"/>
          <p:cNvSpPr/>
          <p:nvPr/>
        </p:nvSpPr>
        <p:spPr>
          <a:xfrm>
            <a:off x="4742036" y="2767682"/>
            <a:ext cx="3786262" cy="186854"/>
          </a:xfrm>
          <a:prstGeom prst="rect">
            <a:avLst/>
          </a:prstGeom>
          <a:solidFill>
            <a:srgbClr val="114F7E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Attendance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6119" y="3225478"/>
            <a:ext cx="8151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14F7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Technology Used</a:t>
            </a:r>
            <a:endParaRPr lang="en-US" sz="1150" dirty="0">
              <a:solidFill>
                <a:srgbClr val="114F7E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6119" y="3563689"/>
            <a:ext cx="8151763" cy="599629"/>
          </a:xfrm>
          <a:prstGeom prst="rect">
            <a:avLst/>
          </a:prstGeom>
          <a:noFill/>
          <a:ln/>
        </p:spPr>
        <p:txBody>
          <a:bodyPr wrap="square" lIns="0" tIns="47846" rIns="0" bIns="0" rtlCol="0" anchor="t">
            <a:normAutofit/>
          </a:bodyPr>
          <a:lstStyle/>
          <a:p>
            <a:pPr marL="182880" indent="-182880" algn="l">
              <a:lnSpc>
                <a:spcPct val="123000"/>
              </a:lnSpc>
              <a:buSzPct val="100000"/>
              <a:buChar char="•"/>
            </a:pPr>
            <a:r>
              <a:rPr lang="en-US" sz="900" b="1" dirty="0">
                <a:solidFill>
                  <a:srgbClr val="114F7E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Database:</a:t>
            </a:r>
            <a:r>
              <a:rPr lang="en-US" sz="9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Oracle Database</a:t>
            </a:r>
            <a:endParaRPr lang="en-US" sz="900" dirty="0">
              <a:solidFill>
                <a:srgbClr val="114F7E"/>
              </a:solidFill>
            </a:endParaRPr>
          </a:p>
          <a:p>
            <a:pPr marL="182880" indent="-182880" algn="l">
              <a:lnSpc>
                <a:spcPct val="123000"/>
              </a:lnSpc>
              <a:buSzPct val="100000"/>
              <a:buChar char="•"/>
            </a:pPr>
            <a:r>
              <a:rPr lang="en-US" sz="900" b="1" dirty="0">
                <a:solidFill>
                  <a:srgbClr val="114F7E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Language:</a:t>
            </a:r>
            <a:r>
              <a:rPr lang="en-US" sz="9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SQL</a:t>
            </a:r>
            <a:endParaRPr lang="en-US" sz="900" dirty="0">
              <a:solidFill>
                <a:srgbClr val="114F7E"/>
              </a:solidFill>
            </a:endParaRPr>
          </a:p>
          <a:p>
            <a:pPr marL="182880" indent="-182880" algn="l">
              <a:lnSpc>
                <a:spcPct val="123000"/>
              </a:lnSpc>
              <a:buSzPct val="100000"/>
              <a:buChar char="•"/>
            </a:pPr>
            <a:r>
              <a:rPr lang="en-US" sz="900" b="1" dirty="0">
                <a:solidFill>
                  <a:srgbClr val="114F7E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Environment:</a:t>
            </a:r>
            <a:r>
              <a:rPr lang="en-US" sz="9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Oracle SQL Developer</a:t>
            </a:r>
            <a:endParaRPr lang="en-US" sz="900" dirty="0">
              <a:solidFill>
                <a:srgbClr val="114F7E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96119" y="4276799"/>
            <a:ext cx="8151763" cy="427732"/>
          </a:xfrm>
          <a:prstGeom prst="roundRect">
            <a:avLst>
              <a:gd name="adj" fmla="val 25169"/>
            </a:avLst>
          </a:prstGeom>
          <a:solidFill>
            <a:srgbClr val="114F7E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02" y="4421907"/>
            <a:ext cx="149498" cy="11958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84783" y="4407545"/>
            <a:ext cx="810071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chemeClr val="accent2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Key Point:</a:t>
            </a:r>
            <a:r>
              <a:rPr lang="en-US" sz="900" dirty="0">
                <a:solidFill>
                  <a:schemeClr val="accent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system stores related gym information in multiple relational tables connected using Primary Keys and Foreign Keys.</a:t>
            </a:r>
            <a:endParaRPr lang="en-US" sz="9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881" y="5719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u="sng" dirty="0">
                <a:solidFill>
                  <a:schemeClr val="accent2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Problem Statement &amp; Objectives</a:t>
            </a:r>
            <a:endParaRPr lang="en-US" sz="2750" u="sng" dirty="0">
              <a:solidFill>
                <a:schemeClr val="accent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94022" y="1502569"/>
            <a:ext cx="4107135" cy="2793950"/>
          </a:xfrm>
          <a:prstGeom prst="roundRect">
            <a:avLst>
              <a:gd name="adj" fmla="val 7307"/>
            </a:avLst>
          </a:prstGeom>
          <a:solidFill>
            <a:srgbClr val="114F7E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644328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007543"/>
            <a:ext cx="4280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Managing gym records manually can make it difficult to: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2361902"/>
            <a:ext cx="3823618" cy="1885057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Maintain member information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 active memberships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Manage different membership plans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Assign trainers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Maintain payment records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 attendance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Retrieve information efficiently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64432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14F7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Objectives</a:t>
            </a:r>
            <a:endParaRPr lang="en-US" sz="1350" dirty="0">
              <a:solidFill>
                <a:srgbClr val="114F7E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749701" y="2007543"/>
            <a:ext cx="3902943" cy="2161431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Store member information systematically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Manage trainers and their specializations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Maintain available membership plans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 member memberships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Record payments for memberships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Maintain attendance records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Establish relationships between related data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Retrieve information using SQL queries</a:t>
            </a:r>
            <a:endParaRPr lang="en-US" sz="1100" dirty="0">
              <a:solidFill>
                <a:srgbClr val="114F7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730" y="2437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u="sng" dirty="0">
                <a:solidFill>
                  <a:schemeClr val="accent2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Requirements</a:t>
            </a:r>
            <a:endParaRPr lang="en-US" sz="2750" u="sng" dirty="0"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BCCB3-D8DE-EC39-7AEC-EBDBCB7F8CA4}"/>
              </a:ext>
            </a:extLst>
          </p:cNvPr>
          <p:cNvSpPr txBox="1"/>
          <p:nvPr/>
        </p:nvSpPr>
        <p:spPr>
          <a:xfrm>
            <a:off x="257059" y="863010"/>
            <a:ext cx="6908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u="sng" dirty="0">
                <a:solidFill>
                  <a:schemeClr val="accent2"/>
                </a:solidFill>
                <a:latin typeface="Instrument Sans SemiBold" panose="020B0604020202020204" charset="0"/>
              </a:rPr>
              <a:t>Functional Requirements:</a:t>
            </a:r>
          </a:p>
          <a:p>
            <a:endParaRPr lang="en-IN" sz="800" b="1" dirty="0">
              <a:solidFill>
                <a:srgbClr val="114F7E"/>
              </a:solidFill>
              <a:latin typeface="Instrument Sans SemiBold" panose="020B0604020202020204" charset="0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rgbClr val="114F7E"/>
                </a:solidFill>
                <a:latin typeface="Instrument Sans SemiBold" panose="020B0604020202020204" charset="0"/>
              </a:rPr>
              <a:t>Member &amp; Trainer Management</a:t>
            </a:r>
            <a:r>
              <a:rPr lang="en-IN" sz="1100" dirty="0">
                <a:solidFill>
                  <a:srgbClr val="114F7E"/>
                </a:solidFill>
                <a:latin typeface="Instrument Sans SemiBold" panose="020B0604020202020204" charset="0"/>
              </a:rPr>
              <a:t> — Stores and manages member and trainer details.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rgbClr val="114F7E"/>
                </a:solidFill>
                <a:latin typeface="Instrument Sans SemiBold" panose="020B0604020202020204" charset="0"/>
              </a:rPr>
              <a:t>Membership Management</a:t>
            </a:r>
            <a:r>
              <a:rPr lang="en-IN" sz="1100" dirty="0">
                <a:solidFill>
                  <a:srgbClr val="114F7E"/>
                </a:solidFill>
                <a:latin typeface="Instrument Sans SemiBold" panose="020B0604020202020204" charset="0"/>
              </a:rPr>
              <a:t> — Assigns plans and trainers to members and tracks membership dates/status.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rgbClr val="114F7E"/>
                </a:solidFill>
                <a:latin typeface="Instrument Sans SemiBold" panose="020B0604020202020204" charset="0"/>
              </a:rPr>
              <a:t>Plan Management</a:t>
            </a:r>
            <a:r>
              <a:rPr lang="en-IN" sz="1100" dirty="0">
                <a:solidFill>
                  <a:srgbClr val="114F7E"/>
                </a:solidFill>
                <a:latin typeface="Instrument Sans SemiBold" panose="020B0604020202020204" charset="0"/>
              </a:rPr>
              <a:t> — Stores plan duration and fee.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rgbClr val="114F7E"/>
                </a:solidFill>
                <a:latin typeface="Instrument Sans SemiBold" panose="020B0604020202020204" charset="0"/>
              </a:rPr>
              <a:t>Payment Management</a:t>
            </a:r>
            <a:r>
              <a:rPr lang="en-IN" sz="1100" dirty="0">
                <a:solidFill>
                  <a:srgbClr val="114F7E"/>
                </a:solidFill>
                <a:latin typeface="Instrument Sans SemiBold" panose="020B0604020202020204" charset="0"/>
              </a:rPr>
              <a:t> — Records payments made for memberships.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rgbClr val="114F7E"/>
                </a:solidFill>
                <a:latin typeface="Instrument Sans SemiBold" panose="020B0604020202020204" charset="0"/>
              </a:rPr>
              <a:t>Attendance Management</a:t>
            </a:r>
            <a:r>
              <a:rPr lang="en-IN" sz="1100" dirty="0">
                <a:solidFill>
                  <a:srgbClr val="114F7E"/>
                </a:solidFill>
                <a:latin typeface="Instrument Sans SemiBold" panose="020B0604020202020204" charset="0"/>
              </a:rPr>
              <a:t> — Records member attendance date and status.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rgbClr val="114F7E"/>
                </a:solidFill>
                <a:latin typeface="Instrument Sans SemiBold" panose="020B0604020202020204" charset="0"/>
              </a:rPr>
              <a:t>Data Retrieval</a:t>
            </a:r>
            <a:r>
              <a:rPr lang="en-IN" sz="1100" dirty="0">
                <a:solidFill>
                  <a:srgbClr val="114F7E"/>
                </a:solidFill>
                <a:latin typeface="Instrument Sans SemiBold" panose="020B0604020202020204" charset="0"/>
              </a:rPr>
              <a:t> — Retrieves related information using SQL queries and JOINs. </a:t>
            </a:r>
          </a:p>
          <a:p>
            <a:pPr lvl="0"/>
            <a:endParaRPr lang="en-IN" sz="1100" u="sng" dirty="0">
              <a:solidFill>
                <a:srgbClr val="114F7E"/>
              </a:solidFill>
              <a:latin typeface="Instrument Sans SemiBold" panose="020B0604020202020204" charset="0"/>
            </a:endParaRPr>
          </a:p>
          <a:p>
            <a:r>
              <a:rPr lang="en-IN" sz="1400" b="1" u="sng" dirty="0">
                <a:solidFill>
                  <a:schemeClr val="accent2"/>
                </a:solidFill>
                <a:latin typeface="Instrument Sans SemiBold" panose="020B0604020202020204" charset="0"/>
              </a:rPr>
              <a:t>Non-Functional Requirements:</a:t>
            </a:r>
          </a:p>
          <a:p>
            <a:endParaRPr lang="en-IN" sz="800" b="1" dirty="0">
              <a:solidFill>
                <a:srgbClr val="114F7E"/>
              </a:solidFill>
              <a:latin typeface="Instrument Sans SemiBold" panose="020B0604020202020204" charset="0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rgbClr val="114F7E"/>
                </a:solidFill>
                <a:latin typeface="Instrument Sans SemiBold" panose="020B0604020202020204" charset="0"/>
              </a:rPr>
              <a:t>Performance</a:t>
            </a:r>
            <a:r>
              <a:rPr lang="en-IN" sz="1100" dirty="0">
                <a:solidFill>
                  <a:srgbClr val="114F7E"/>
                </a:solidFill>
                <a:latin typeface="Instrument Sans SemiBold" panose="020B0604020202020204" charset="0"/>
              </a:rPr>
              <a:t> — Provides quick data retrieval.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rgbClr val="114F7E"/>
                </a:solidFill>
                <a:latin typeface="Instrument Sans SemiBold" panose="020B0604020202020204" charset="0"/>
              </a:rPr>
              <a:t>Accuracy</a:t>
            </a:r>
            <a:r>
              <a:rPr lang="en-IN" sz="1100" dirty="0">
                <a:solidFill>
                  <a:srgbClr val="114F7E"/>
                </a:solidFill>
                <a:latin typeface="Instrument Sans SemiBold" panose="020B0604020202020204" charset="0"/>
              </a:rPr>
              <a:t> — Maintains correct and consistent records.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rgbClr val="114F7E"/>
                </a:solidFill>
                <a:latin typeface="Instrument Sans SemiBold" panose="020B0604020202020204" charset="0"/>
              </a:rPr>
              <a:t>Security</a:t>
            </a:r>
            <a:r>
              <a:rPr lang="en-IN" sz="1100" dirty="0">
                <a:solidFill>
                  <a:srgbClr val="114F7E"/>
                </a:solidFill>
                <a:latin typeface="Instrument Sans SemiBold" panose="020B0604020202020204" charset="0"/>
              </a:rPr>
              <a:t> — Protects database information.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rgbClr val="114F7E"/>
                </a:solidFill>
                <a:latin typeface="Instrument Sans SemiBold" panose="020B0604020202020204" charset="0"/>
              </a:rPr>
              <a:t>Reliability</a:t>
            </a:r>
            <a:r>
              <a:rPr lang="en-IN" sz="1100" dirty="0">
                <a:solidFill>
                  <a:srgbClr val="114F7E"/>
                </a:solidFill>
                <a:latin typeface="Instrument Sans SemiBold" panose="020B0604020202020204" charset="0"/>
              </a:rPr>
              <a:t> — Ensures dependable data storage.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rgbClr val="114F7E"/>
                </a:solidFill>
                <a:latin typeface="Instrument Sans SemiBold" panose="020B0604020202020204" charset="0"/>
              </a:rPr>
              <a:t>Maintainability</a:t>
            </a:r>
            <a:r>
              <a:rPr lang="en-IN" sz="1100" dirty="0">
                <a:solidFill>
                  <a:srgbClr val="114F7E"/>
                </a:solidFill>
                <a:latin typeface="Instrument Sans SemiBold" panose="020B0604020202020204" charset="0"/>
              </a:rPr>
              <a:t> — Makes the database easy to update and manage.</a:t>
            </a:r>
          </a:p>
          <a:p>
            <a:endParaRPr lang="en-IN" sz="1100" dirty="0">
              <a:solidFill>
                <a:srgbClr val="114F7E"/>
              </a:solidFill>
              <a:latin typeface="Instrument Sans SemiBold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973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u="sng" dirty="0">
                <a:solidFill>
                  <a:schemeClr val="accent2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System Modules</a:t>
            </a:r>
            <a:endParaRPr lang="en-US" sz="2750" u="sng" dirty="0">
              <a:solidFill>
                <a:schemeClr val="accent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261542"/>
            <a:ext cx="70842" cy="70842"/>
          </a:xfrm>
          <a:prstGeom prst="ellipse">
            <a:avLst/>
          </a:prstGeom>
          <a:solidFill>
            <a:srgbClr val="84C1FA"/>
          </a:solidFill>
          <a:ln/>
        </p:spPr>
      </p:sp>
      <p:sp>
        <p:nvSpPr>
          <p:cNvPr id="4" name="Text 2"/>
          <p:cNvSpPr/>
          <p:nvPr/>
        </p:nvSpPr>
        <p:spPr>
          <a:xfrm>
            <a:off x="708720" y="1186235"/>
            <a:ext cx="23865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14F7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Members</a:t>
            </a:r>
            <a:endParaRPr lang="en-US" sz="1350" dirty="0">
              <a:solidFill>
                <a:srgbClr val="114F7E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08720" y="1492746"/>
            <a:ext cx="23865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Stores member information such as:</a:t>
            </a:r>
            <a:endParaRPr lang="en-US" sz="1100" dirty="0">
              <a:solidFill>
                <a:srgbClr val="114F7E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08720" y="1804615"/>
            <a:ext cx="2386533" cy="1608683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Member ID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Name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Gender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Phone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Join Date</a:t>
            </a:r>
            <a:endParaRPr lang="en-US" sz="1100" dirty="0">
              <a:solidFill>
                <a:srgbClr val="114F7E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272433" y="1261542"/>
            <a:ext cx="70842" cy="70842"/>
          </a:xfrm>
          <a:prstGeom prst="ellipse">
            <a:avLst/>
          </a:prstGeom>
          <a:solidFill>
            <a:srgbClr val="84C1FA"/>
          </a:solidFill>
          <a:ln/>
        </p:spPr>
      </p:sp>
      <p:sp>
        <p:nvSpPr>
          <p:cNvPr id="8" name="Text 6"/>
          <p:cNvSpPr/>
          <p:nvPr/>
        </p:nvSpPr>
        <p:spPr>
          <a:xfrm>
            <a:off x="3485034" y="1186235"/>
            <a:ext cx="23865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14F7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Trainers</a:t>
            </a:r>
            <a:endParaRPr lang="en-US" sz="1350" dirty="0">
              <a:solidFill>
                <a:srgbClr val="114F7E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485034" y="1492746"/>
            <a:ext cx="23865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Stores:</a:t>
            </a:r>
            <a:endParaRPr lang="en-US" sz="1100" dirty="0">
              <a:solidFill>
                <a:srgbClr val="114F7E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485034" y="1804615"/>
            <a:ext cx="2386533" cy="1055936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Trainer ID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Trainer Name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Specialization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Phone</a:t>
            </a:r>
            <a:endParaRPr lang="en-US" sz="1100" dirty="0">
              <a:solidFill>
                <a:srgbClr val="114F7E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48747" y="1261542"/>
            <a:ext cx="70842" cy="70842"/>
          </a:xfrm>
          <a:prstGeom prst="ellipse">
            <a:avLst/>
          </a:prstGeom>
          <a:solidFill>
            <a:srgbClr val="84C1FA"/>
          </a:solidFill>
          <a:ln/>
        </p:spPr>
      </p:sp>
      <p:sp>
        <p:nvSpPr>
          <p:cNvPr id="12" name="Text 10"/>
          <p:cNvSpPr/>
          <p:nvPr/>
        </p:nvSpPr>
        <p:spPr>
          <a:xfrm>
            <a:off x="6261348" y="1186235"/>
            <a:ext cx="23865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14F7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Membership Plans</a:t>
            </a:r>
            <a:endParaRPr lang="en-US" sz="1350" dirty="0">
              <a:solidFill>
                <a:srgbClr val="114F7E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61348" y="1492746"/>
            <a:ext cx="23865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Stores:</a:t>
            </a:r>
            <a:endParaRPr lang="en-US" sz="1100" dirty="0">
              <a:solidFill>
                <a:srgbClr val="114F7E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61348" y="1804615"/>
            <a:ext cx="2386533" cy="1055936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Plan ID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Plan Name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Duration</a:t>
            </a:r>
            <a:endParaRPr lang="en-US" sz="1100" dirty="0">
              <a:solidFill>
                <a:srgbClr val="114F7E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Fee</a:t>
            </a:r>
            <a:endParaRPr lang="en-US" sz="1100" dirty="0">
              <a:solidFill>
                <a:srgbClr val="114F7E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96119" y="3772123"/>
            <a:ext cx="70842" cy="70842"/>
          </a:xfrm>
          <a:prstGeom prst="ellipse">
            <a:avLst/>
          </a:prstGeom>
          <a:solidFill>
            <a:srgbClr val="84C1FA"/>
          </a:solidFill>
          <a:ln/>
        </p:spPr>
      </p:sp>
      <p:sp>
        <p:nvSpPr>
          <p:cNvPr id="16" name="Text 14"/>
          <p:cNvSpPr/>
          <p:nvPr/>
        </p:nvSpPr>
        <p:spPr>
          <a:xfrm>
            <a:off x="708720" y="3696816"/>
            <a:ext cx="23865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14F7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Memberships</a:t>
            </a:r>
            <a:endParaRPr lang="en-US" sz="1350" dirty="0">
              <a:solidFill>
                <a:srgbClr val="114F7E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08720" y="4003328"/>
            <a:ext cx="238653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Connects members with plans and trainers and stores membership dates and status.</a:t>
            </a:r>
            <a:endParaRPr lang="en-US" sz="1100" dirty="0">
              <a:solidFill>
                <a:srgbClr val="114F7E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72433" y="3772123"/>
            <a:ext cx="70842" cy="70842"/>
          </a:xfrm>
          <a:prstGeom prst="ellipse">
            <a:avLst/>
          </a:prstGeom>
          <a:solidFill>
            <a:srgbClr val="84C1FA"/>
          </a:solidFill>
          <a:ln/>
        </p:spPr>
      </p:sp>
      <p:sp>
        <p:nvSpPr>
          <p:cNvPr id="19" name="Text 17"/>
          <p:cNvSpPr/>
          <p:nvPr/>
        </p:nvSpPr>
        <p:spPr>
          <a:xfrm>
            <a:off x="3485034" y="3696816"/>
            <a:ext cx="23865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14F7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Payments</a:t>
            </a:r>
            <a:endParaRPr lang="en-US" sz="1350" dirty="0">
              <a:solidFill>
                <a:srgbClr val="114F7E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85034" y="4003328"/>
            <a:ext cx="238653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Stores payment information related to memberships.</a:t>
            </a:r>
            <a:endParaRPr lang="en-US" sz="1100" dirty="0">
              <a:solidFill>
                <a:srgbClr val="114F7E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48747" y="3772123"/>
            <a:ext cx="70842" cy="70842"/>
          </a:xfrm>
          <a:prstGeom prst="ellipse">
            <a:avLst/>
          </a:prstGeom>
          <a:solidFill>
            <a:srgbClr val="84C1FA"/>
          </a:solidFill>
          <a:ln/>
        </p:spPr>
      </p:sp>
      <p:sp>
        <p:nvSpPr>
          <p:cNvPr id="22" name="Text 20"/>
          <p:cNvSpPr/>
          <p:nvPr/>
        </p:nvSpPr>
        <p:spPr>
          <a:xfrm>
            <a:off x="6261348" y="3696816"/>
            <a:ext cx="23865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14F7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Attendance</a:t>
            </a:r>
            <a:endParaRPr lang="en-US" sz="1350" dirty="0">
              <a:solidFill>
                <a:srgbClr val="114F7E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61348" y="4003328"/>
            <a:ext cx="238653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Stores member attendance date and status.</a:t>
            </a:r>
            <a:endParaRPr lang="en-US" sz="1100" dirty="0">
              <a:solidFill>
                <a:srgbClr val="114F7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4263"/>
            <a:ext cx="8151763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u="sng" dirty="0">
                <a:solidFill>
                  <a:schemeClr val="accent2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Database Entities &amp; Attributes</a:t>
            </a:r>
            <a:endParaRPr lang="en-US" sz="2100" u="sng" dirty="0">
              <a:solidFill>
                <a:schemeClr val="accent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009650"/>
            <a:ext cx="8151763" cy="3719512"/>
          </a:xfrm>
          <a:prstGeom prst="roundRect">
            <a:avLst>
              <a:gd name="adj" fmla="val 327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391915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1982912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573908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164904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755901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4346897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536552" y="1009650"/>
            <a:ext cx="8445" cy="371951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74" y="1009650"/>
            <a:ext cx="8445" cy="371951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07597" y="1009650"/>
            <a:ext cx="8445" cy="371951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09475" y="1014413"/>
            <a:ext cx="2035522" cy="377503"/>
          </a:xfrm>
          <a:custGeom>
            <a:avLst/>
            <a:gdLst/>
            <a:ahLst/>
            <a:cxnLst/>
            <a:rect l="l" t="t" r="r" b="b"/>
            <a:pathLst>
              <a:path w="2035522" h="377503">
                <a:moveTo>
                  <a:pt x="101342" y="0"/>
                </a:moveTo>
                <a:lnTo>
                  <a:pt x="2035522" y="0"/>
                </a:lnTo>
                <a:lnTo>
                  <a:pt x="2035522" y="377503"/>
                </a:lnTo>
                <a:lnTo>
                  <a:pt x="0" y="377503"/>
                </a:lnTo>
                <a:lnTo>
                  <a:pt x="0" y="101342"/>
                </a:lnTo>
                <a:arcTo wR="101342" hR="101342" stAng="10800000" swAng="5400000"/>
                <a:close/>
              </a:path>
            </a:pathLst>
          </a:custGeom>
          <a:solidFill>
            <a:srgbClr val="114F7E"/>
          </a:solidFill>
          <a:ln/>
        </p:spPr>
      </p:sp>
      <p:sp>
        <p:nvSpPr>
          <p:cNvPr id="14" name="Text 12"/>
          <p:cNvSpPr/>
          <p:nvPr/>
        </p:nvSpPr>
        <p:spPr>
          <a:xfrm>
            <a:off x="636091" y="1096417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chemeClr val="bg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Entity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36552" y="1014413"/>
            <a:ext cx="2035522" cy="377503"/>
          </a:xfrm>
          <a:prstGeom prst="rect">
            <a:avLst/>
          </a:prstGeom>
          <a:solidFill>
            <a:srgbClr val="114F7E"/>
          </a:solidFill>
          <a:ln/>
        </p:spPr>
      </p:sp>
      <p:sp>
        <p:nvSpPr>
          <p:cNvPr id="16" name="Text 14"/>
          <p:cNvSpPr/>
          <p:nvPr/>
        </p:nvSpPr>
        <p:spPr>
          <a:xfrm>
            <a:off x="2673995" y="1096417"/>
            <a:ext cx="22178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chemeClr val="bg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Primary Key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74" y="1014413"/>
            <a:ext cx="2035522" cy="377503"/>
          </a:xfrm>
          <a:prstGeom prst="rect">
            <a:avLst/>
          </a:prstGeom>
          <a:solidFill>
            <a:srgbClr val="114F7E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517" y="1096417"/>
            <a:ext cx="22178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chemeClr val="bg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Foreign Key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607597" y="1014413"/>
            <a:ext cx="2035522" cy="377503"/>
          </a:xfrm>
          <a:custGeom>
            <a:avLst/>
            <a:gdLst/>
            <a:ahLst/>
            <a:cxnLst/>
            <a:rect l="l" t="t" r="r" b="b"/>
            <a:pathLst>
              <a:path w="2035522" h="377503">
                <a:moveTo>
                  <a:pt x="0" y="0"/>
                </a:moveTo>
                <a:lnTo>
                  <a:pt x="1934181" y="0"/>
                </a:lnTo>
                <a:arcTo wR="101342" hR="101342" stAng="16200000" swAng="5400000"/>
                <a:lnTo>
                  <a:pt x="2035522" y="377503"/>
                </a:lnTo>
                <a:lnTo>
                  <a:pt x="0" y="377503"/>
                </a:lnTo>
                <a:lnTo>
                  <a:pt x="0" y="0"/>
                </a:lnTo>
                <a:close/>
              </a:path>
            </a:pathLst>
          </a:custGeom>
          <a:solidFill>
            <a:srgbClr val="114F7E"/>
          </a:solidFill>
          <a:ln/>
        </p:spPr>
      </p:sp>
      <p:sp>
        <p:nvSpPr>
          <p:cNvPr id="20" name="Text 18"/>
          <p:cNvSpPr/>
          <p:nvPr/>
        </p:nvSpPr>
        <p:spPr>
          <a:xfrm>
            <a:off x="6745039" y="1096417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chemeClr val="bg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Attributes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6091" y="1476301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14F7E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MEMBERS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2673995" y="1476301"/>
            <a:ext cx="22178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member_id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09517" y="1476301"/>
            <a:ext cx="22178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45039" y="1476301"/>
            <a:ext cx="176301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name, age, gender, phone, join_date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6091" y="2067297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14F7E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TRAINERS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2673995" y="2067297"/>
            <a:ext cx="22178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trainer_id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09517" y="2067297"/>
            <a:ext cx="22178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45039" y="2067297"/>
            <a:ext cx="176301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trainer_name, specialization, phone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6091" y="2658294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14F7E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MEMBERSHIP_PLANS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2673995" y="2658294"/>
            <a:ext cx="22178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plan_id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09517" y="2658294"/>
            <a:ext cx="22178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745039" y="2658294"/>
            <a:ext cx="176301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plan_name, duration_months, fee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36091" y="3249290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14F7E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MEMBERSHIPS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2673995" y="3249290"/>
            <a:ext cx="22178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membership_id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4709517" y="3249290"/>
            <a:ext cx="176063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member_id, plan_id, trainer_id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6745039" y="3249290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start_date, end_date, status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6091" y="3840287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14F7E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PAYMENTS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2673995" y="3840287"/>
            <a:ext cx="22178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payment_id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4709517" y="3840287"/>
            <a:ext cx="22178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membership_id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6745039" y="3840287"/>
            <a:ext cx="176301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amount, payment_date, payment_method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6091" y="4431283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14F7E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ATTENDANCE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2673995" y="4431283"/>
            <a:ext cx="22178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4709517" y="4431283"/>
            <a:ext cx="22178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member_id</a:t>
            </a:r>
            <a:endParaRPr lang="en-US" sz="1050" dirty="0">
              <a:solidFill>
                <a:srgbClr val="114F7E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6745039" y="4431283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attendance_date, status</a:t>
            </a:r>
            <a:endParaRPr lang="en-US" sz="1050" dirty="0">
              <a:solidFill>
                <a:srgbClr val="114F7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7664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u="sng" dirty="0">
                <a:solidFill>
                  <a:schemeClr val="accent2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Relationships &amp; Cardinality</a:t>
            </a:r>
            <a:endParaRPr lang="en-US" sz="2650" u="sng" dirty="0">
              <a:solidFill>
                <a:schemeClr val="accent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229320"/>
            <a:ext cx="67494" cy="67494"/>
          </a:xfrm>
          <a:prstGeom prst="ellipse">
            <a:avLst/>
          </a:prstGeom>
          <a:solidFill>
            <a:srgbClr val="84C1FA"/>
          </a:solidFill>
          <a:ln/>
        </p:spPr>
      </p:sp>
      <p:sp>
        <p:nvSpPr>
          <p:cNvPr id="4" name="Text 2"/>
          <p:cNvSpPr/>
          <p:nvPr/>
        </p:nvSpPr>
        <p:spPr>
          <a:xfrm>
            <a:off x="692348" y="1157511"/>
            <a:ext cx="241369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u="sng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Members — Memberships</a:t>
            </a:r>
            <a:endParaRPr lang="en-US" sz="1300" u="sng" dirty="0"/>
          </a:p>
        </p:txBody>
      </p:sp>
      <p:sp>
        <p:nvSpPr>
          <p:cNvPr id="5" name="Text 3"/>
          <p:cNvSpPr/>
          <p:nvPr/>
        </p:nvSpPr>
        <p:spPr>
          <a:xfrm>
            <a:off x="692348" y="1445865"/>
            <a:ext cx="2413695" cy="1449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Cardinality: 1 : M</a:t>
            </a:r>
            <a:endParaRPr lang="en-US" sz="1050" dirty="0"/>
          </a:p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member can have many memberships. Each membership belongs to one member.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Members.member_id → Memberships.member_id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67001" y="1229320"/>
            <a:ext cx="67494" cy="67494"/>
          </a:xfrm>
          <a:prstGeom prst="ellipse">
            <a:avLst/>
          </a:prstGeom>
          <a:solidFill>
            <a:srgbClr val="84C1FA"/>
          </a:solidFill>
          <a:ln/>
        </p:spPr>
      </p:sp>
      <p:sp>
        <p:nvSpPr>
          <p:cNvPr id="7" name="Text 5"/>
          <p:cNvSpPr/>
          <p:nvPr/>
        </p:nvSpPr>
        <p:spPr>
          <a:xfrm>
            <a:off x="3463230" y="1157511"/>
            <a:ext cx="241369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u="sng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Membership_Plans — Memberships</a:t>
            </a:r>
            <a:endParaRPr lang="en-US" sz="1300" u="sng" dirty="0"/>
          </a:p>
        </p:txBody>
      </p:sp>
      <p:sp>
        <p:nvSpPr>
          <p:cNvPr id="8" name="Text 6"/>
          <p:cNvSpPr/>
          <p:nvPr/>
        </p:nvSpPr>
        <p:spPr>
          <a:xfrm>
            <a:off x="3463230" y="1656978"/>
            <a:ext cx="2413695" cy="1449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Cardinality: 1 : M</a:t>
            </a:r>
            <a:endParaRPr lang="en-US" sz="1050" dirty="0"/>
          </a:p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membership plan can be used by many memberships. Each membership belongs to one plan.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Membership_Plans.plan_id → Memberships.plan_id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7883" y="1229320"/>
            <a:ext cx="67494" cy="67494"/>
          </a:xfrm>
          <a:prstGeom prst="ellipse">
            <a:avLst/>
          </a:prstGeom>
          <a:solidFill>
            <a:srgbClr val="84C1FA"/>
          </a:solidFill>
          <a:ln/>
        </p:spPr>
      </p:sp>
      <p:sp>
        <p:nvSpPr>
          <p:cNvPr id="10" name="Text 8"/>
          <p:cNvSpPr/>
          <p:nvPr/>
        </p:nvSpPr>
        <p:spPr>
          <a:xfrm>
            <a:off x="6234113" y="1157511"/>
            <a:ext cx="241376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u="sng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Trainers — Memberships</a:t>
            </a:r>
            <a:endParaRPr lang="en-US" sz="1300" u="sng" dirty="0"/>
          </a:p>
        </p:txBody>
      </p:sp>
      <p:sp>
        <p:nvSpPr>
          <p:cNvPr id="11" name="Text 9"/>
          <p:cNvSpPr/>
          <p:nvPr/>
        </p:nvSpPr>
        <p:spPr>
          <a:xfrm>
            <a:off x="6234113" y="1445865"/>
            <a:ext cx="2413769" cy="1660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Cardinality: 1 : M</a:t>
            </a:r>
            <a:endParaRPr lang="en-US" sz="1050" dirty="0"/>
          </a:p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trainer can be assigned to many memberships. A membership can have zero or one trainer because trainer_id is nullable.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Trainers.trainer_id → Memberships.trainer_id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6119" y="3436069"/>
            <a:ext cx="67494" cy="67494"/>
          </a:xfrm>
          <a:prstGeom prst="ellipse">
            <a:avLst/>
          </a:prstGeom>
          <a:solidFill>
            <a:srgbClr val="84C1FA"/>
          </a:solidFill>
          <a:ln/>
        </p:spPr>
      </p:sp>
      <p:sp>
        <p:nvSpPr>
          <p:cNvPr id="13" name="Text 11"/>
          <p:cNvSpPr/>
          <p:nvPr/>
        </p:nvSpPr>
        <p:spPr>
          <a:xfrm>
            <a:off x="692348" y="3364260"/>
            <a:ext cx="37991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u="sng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Memberships — Payments</a:t>
            </a:r>
            <a:endParaRPr lang="en-US" sz="1300" u="sng" dirty="0"/>
          </a:p>
        </p:txBody>
      </p:sp>
      <p:sp>
        <p:nvSpPr>
          <p:cNvPr id="14" name="Text 12"/>
          <p:cNvSpPr/>
          <p:nvPr/>
        </p:nvSpPr>
        <p:spPr>
          <a:xfrm>
            <a:off x="692348" y="3652614"/>
            <a:ext cx="3799136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Cardinality: 1 : M</a:t>
            </a:r>
            <a:endParaRPr lang="en-US" sz="1050" dirty="0"/>
          </a:p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membership can have many payments. Each payment belongs to one membership.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Memberships.membership_id → Payments.membership_id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52442" y="3436069"/>
            <a:ext cx="67494" cy="67494"/>
          </a:xfrm>
          <a:prstGeom prst="ellipse">
            <a:avLst/>
          </a:prstGeom>
          <a:solidFill>
            <a:srgbClr val="84C1FA"/>
          </a:solidFill>
          <a:ln/>
        </p:spPr>
      </p:sp>
      <p:sp>
        <p:nvSpPr>
          <p:cNvPr id="16" name="Text 14"/>
          <p:cNvSpPr/>
          <p:nvPr/>
        </p:nvSpPr>
        <p:spPr>
          <a:xfrm>
            <a:off x="4848671" y="3364260"/>
            <a:ext cx="379921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u="sng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Members — Attendance</a:t>
            </a:r>
            <a:endParaRPr lang="en-US" sz="1300" b="1" u="sng" dirty="0"/>
          </a:p>
        </p:txBody>
      </p:sp>
      <p:sp>
        <p:nvSpPr>
          <p:cNvPr id="17" name="Text 15"/>
          <p:cNvSpPr/>
          <p:nvPr/>
        </p:nvSpPr>
        <p:spPr>
          <a:xfrm>
            <a:off x="4848671" y="3652614"/>
            <a:ext cx="3799210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Cardinality: 1 : M</a:t>
            </a:r>
            <a:endParaRPr lang="en-US" sz="1050" dirty="0"/>
          </a:p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member can have many attendance records. Each attendance record belongs to one member.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Members.member_id → Attendance.member_id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7862" y="178670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u="sng" dirty="0">
                <a:solidFill>
                  <a:schemeClr val="accent2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Relational Schema:</a:t>
            </a:r>
            <a:endParaRPr lang="en-US" sz="2100" u="sng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987921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u="sng" dirty="0">
                <a:solidFill>
                  <a:srgbClr val="114F7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SQL Queries:</a:t>
            </a:r>
            <a:endParaRPr lang="en-US" sz="1200" u="sng" dirty="0">
              <a:solidFill>
                <a:srgbClr val="114F7E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240482"/>
            <a:ext cx="440069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system can retrieve information such as:</a:t>
            </a:r>
            <a:endParaRPr lang="en-US" sz="850" dirty="0">
              <a:solidFill>
                <a:srgbClr val="114F7E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1468562"/>
            <a:ext cx="3943499" cy="1064865"/>
          </a:xfrm>
          <a:prstGeom prst="rect">
            <a:avLst/>
          </a:prstGeom>
          <a:noFill/>
          <a:ln/>
        </p:spPr>
        <p:txBody>
          <a:bodyPr wrap="square" lIns="0" tIns="43416" rIns="0" bIns="0" rtlCol="0" anchor="t">
            <a:normAutofit/>
          </a:bodyPr>
          <a:lstStyle/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Member details</a:t>
            </a:r>
            <a:endParaRPr lang="en-US" sz="850" dirty="0">
              <a:solidFill>
                <a:srgbClr val="114F7E"/>
              </a:solidFill>
            </a:endParaRPr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Membership details</a:t>
            </a:r>
            <a:endParaRPr lang="en-US" sz="850" dirty="0">
              <a:solidFill>
                <a:srgbClr val="114F7E"/>
              </a:solidFill>
            </a:endParaRPr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Membership plan details</a:t>
            </a:r>
            <a:endParaRPr lang="en-US" sz="850" dirty="0">
              <a:solidFill>
                <a:srgbClr val="114F7E"/>
              </a:solidFill>
            </a:endParaRPr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Trainer assignments</a:t>
            </a:r>
            <a:endParaRPr lang="en-US" sz="850" dirty="0">
              <a:solidFill>
                <a:srgbClr val="114F7E"/>
              </a:solidFill>
            </a:endParaRPr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Payment information</a:t>
            </a:r>
            <a:endParaRPr lang="en-US" sz="850" dirty="0">
              <a:solidFill>
                <a:srgbClr val="114F7E"/>
              </a:solidFill>
            </a:endParaRPr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Attendance information</a:t>
            </a:r>
            <a:endParaRPr lang="en-US" sz="850" dirty="0">
              <a:solidFill>
                <a:srgbClr val="114F7E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96119" y="2616473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u="sng" dirty="0">
                <a:solidFill>
                  <a:srgbClr val="114F7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Join Queries:</a:t>
            </a:r>
            <a:endParaRPr lang="en-US" sz="1200" u="sng" dirty="0">
              <a:solidFill>
                <a:srgbClr val="114F7E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96119" y="2869034"/>
            <a:ext cx="3943499" cy="847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Aft>
                <a:spcPts val="550"/>
              </a:spcAft>
              <a:buNone/>
            </a:pPr>
            <a:r>
              <a:rPr lang="en-US" sz="8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JOINs allow information from related tables to be combined.</a:t>
            </a:r>
            <a:endParaRPr lang="en-US" sz="850" dirty="0">
              <a:solidFill>
                <a:srgbClr val="114F7E"/>
              </a:solidFill>
            </a:endParaRPr>
          </a:p>
          <a:p>
            <a:pPr marL="0" indent="0" algn="l">
              <a:lnSpc>
                <a:spcPct val="118000"/>
              </a:lnSpc>
              <a:spcAft>
                <a:spcPts val="550"/>
              </a:spcAft>
              <a:buNone/>
            </a:pPr>
            <a:r>
              <a:rPr lang="en-US" sz="8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 example:</a:t>
            </a:r>
            <a:endParaRPr lang="en-US" sz="850" dirty="0">
              <a:solidFill>
                <a:srgbClr val="114F7E"/>
              </a:solidFill>
            </a:endParaRPr>
          </a:p>
          <a:p>
            <a:pPr marL="0" indent="0" algn="l">
              <a:lnSpc>
                <a:spcPct val="118000"/>
              </a:lnSpc>
              <a:spcAft>
                <a:spcPts val="550"/>
              </a:spcAft>
              <a:buNone/>
            </a:pPr>
            <a:r>
              <a:rPr lang="en-US" sz="850" dirty="0">
                <a:solidFill>
                  <a:srgbClr val="114F7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Members + Memberships + Membership_Plans</a:t>
            </a:r>
            <a:endParaRPr lang="en-US" sz="850" dirty="0">
              <a:solidFill>
                <a:srgbClr val="114F7E"/>
              </a:solidFill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can be used to display:</a:t>
            </a:r>
            <a:endParaRPr lang="en-US" sz="850" dirty="0">
              <a:solidFill>
                <a:srgbClr val="114F7E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96119" y="3790876"/>
            <a:ext cx="3943499" cy="882551"/>
          </a:xfrm>
          <a:prstGeom prst="rect">
            <a:avLst/>
          </a:prstGeom>
          <a:noFill/>
          <a:ln/>
        </p:spPr>
        <p:txBody>
          <a:bodyPr wrap="square" lIns="0" tIns="43416" rIns="0" bIns="0" rtlCol="0" anchor="t">
            <a:normAutofit/>
          </a:bodyPr>
          <a:lstStyle/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Member name</a:t>
            </a:r>
            <a:endParaRPr lang="en-US" sz="850" dirty="0">
              <a:solidFill>
                <a:srgbClr val="114F7E"/>
              </a:solidFill>
            </a:endParaRPr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Membership Plan name</a:t>
            </a:r>
            <a:endParaRPr lang="en-US" sz="850" dirty="0">
              <a:solidFill>
                <a:srgbClr val="114F7E"/>
              </a:solidFill>
            </a:endParaRPr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Start date</a:t>
            </a:r>
            <a:endParaRPr lang="en-US" sz="850" dirty="0">
              <a:solidFill>
                <a:srgbClr val="114F7E"/>
              </a:solidFill>
            </a:endParaRPr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End date</a:t>
            </a:r>
            <a:endParaRPr lang="en-US" sz="850" dirty="0">
              <a:solidFill>
                <a:srgbClr val="114F7E"/>
              </a:solidFill>
            </a:endParaRPr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114F7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Status</a:t>
            </a:r>
            <a:endParaRPr lang="en-US" sz="850" dirty="0">
              <a:solidFill>
                <a:srgbClr val="114F7E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631010" y="904875"/>
            <a:ext cx="4099768" cy="3797573"/>
          </a:xfrm>
          <a:prstGeom prst="roundRect">
            <a:avLst>
              <a:gd name="adj" fmla="val 4116"/>
            </a:avLst>
          </a:prstGeom>
          <a:solidFill>
            <a:srgbClr val="114F7E"/>
          </a:solidFill>
          <a:ln/>
        </p:spPr>
      </p:sp>
      <p:sp>
        <p:nvSpPr>
          <p:cNvPr id="10" name="Text 8"/>
          <p:cNvSpPr/>
          <p:nvPr/>
        </p:nvSpPr>
        <p:spPr>
          <a:xfrm>
            <a:off x="4739506" y="987921"/>
            <a:ext cx="388277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400" b="1" u="sng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Benefits:</a:t>
            </a:r>
            <a:endParaRPr lang="en-US" sz="1400" b="1" u="sng" dirty="0"/>
          </a:p>
        </p:txBody>
      </p:sp>
      <p:sp>
        <p:nvSpPr>
          <p:cNvPr id="11" name="Text 9"/>
          <p:cNvSpPr/>
          <p:nvPr/>
        </p:nvSpPr>
        <p:spPr>
          <a:xfrm>
            <a:off x="4739506" y="1240482"/>
            <a:ext cx="3882777" cy="1064865"/>
          </a:xfrm>
          <a:prstGeom prst="rect">
            <a:avLst/>
          </a:prstGeom>
          <a:noFill/>
          <a:ln/>
        </p:spPr>
        <p:txBody>
          <a:bodyPr wrap="square" lIns="0" tIns="43416" rIns="0" bIns="0" rtlCol="0" anchor="t">
            <a:noAutofit/>
          </a:bodyPr>
          <a:lstStyle/>
          <a:p>
            <a:pPr marL="172720" indent="-172720" algn="l">
              <a:lnSpc>
                <a:spcPct val="30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Organized data management</a:t>
            </a:r>
            <a:endParaRPr lang="en-US" sz="1050" dirty="0"/>
          </a:p>
          <a:p>
            <a:pPr marL="172720" indent="-172720" algn="l">
              <a:lnSpc>
                <a:spcPct val="30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Reduced data redundancy</a:t>
            </a:r>
            <a:endParaRPr lang="en-US" sz="1050" dirty="0"/>
          </a:p>
          <a:p>
            <a:pPr marL="172720" indent="-172720" algn="l">
              <a:lnSpc>
                <a:spcPct val="30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Faster information retrieval</a:t>
            </a:r>
            <a:endParaRPr lang="en-US" sz="1050" dirty="0"/>
          </a:p>
          <a:p>
            <a:pPr marL="172720" indent="-172720" algn="l">
              <a:lnSpc>
                <a:spcPct val="30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Better data consistency</a:t>
            </a:r>
            <a:endParaRPr lang="en-US" sz="1050" dirty="0"/>
          </a:p>
          <a:p>
            <a:pPr marL="172720" indent="-172720" algn="l">
              <a:lnSpc>
                <a:spcPct val="30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Easy maintenance</a:t>
            </a:r>
            <a:endParaRPr lang="en-US" sz="1050" dirty="0"/>
          </a:p>
          <a:p>
            <a:pPr marL="172720" indent="-172720" algn="l">
              <a:lnSpc>
                <a:spcPct val="30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Clear relationships between records</a:t>
            </a:r>
            <a:endParaRPr lang="en-US" sz="10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1DF2FA-5BD0-E2FF-9E05-95F15E43FC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13"/>
          <a:stretch>
            <a:fillRect/>
          </a:stretch>
        </p:blipFill>
        <p:spPr>
          <a:xfrm>
            <a:off x="496119" y="517849"/>
            <a:ext cx="8452916" cy="457621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2B58D4A-023A-1583-F7DD-1688D5344A58}"/>
              </a:ext>
            </a:extLst>
          </p:cNvPr>
          <p:cNvSpPr/>
          <p:nvPr/>
        </p:nvSpPr>
        <p:spPr>
          <a:xfrm>
            <a:off x="7071857" y="2618184"/>
            <a:ext cx="1576024" cy="15373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0EB8C-7852-0373-79EA-759E8B2AA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CD3571-EC0E-52BA-C352-AD1292848F63}"/>
              </a:ext>
            </a:extLst>
          </p:cNvPr>
          <p:cNvSpPr txBox="1"/>
          <p:nvPr/>
        </p:nvSpPr>
        <p:spPr>
          <a:xfrm>
            <a:off x="0" y="1776195"/>
            <a:ext cx="9231990" cy="1821669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  <a:defRPr/>
            </a:pPr>
            <a:endParaRPr lang="en-IN" sz="3200" dirty="0">
              <a:solidFill>
                <a:schemeClr val="accent2"/>
              </a:solidFill>
              <a:latin typeface="Instrument Sans SemiBold" panose="020B060402020202020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IN" sz="900" dirty="0">
                <a:solidFill>
                  <a:srgbClr val="114F7E"/>
                </a:solidFill>
                <a:latin typeface="Instrument Sans SemiBold" panose="020B0604020202020204" charset="0"/>
              </a:rPr>
              <a:t>DATABASE MANAGEMENT SYSTEM CAPSTONE PROJECT </a:t>
            </a:r>
          </a:p>
          <a:p>
            <a:pPr algn="ctr" defTabSz="685800">
              <a:lnSpc>
                <a:spcPct val="90000"/>
              </a:lnSpc>
              <a:spcBef>
                <a:spcPct val="0"/>
              </a:spcBef>
              <a:defRPr/>
            </a:pPr>
            <a:endParaRPr lang="en-IN" sz="800" dirty="0">
              <a:latin typeface="Instrument Sans SemiBold" panose="020B0604020202020204" charset="0"/>
            </a:endParaRPr>
          </a:p>
          <a:p>
            <a:pPr algn="ctr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IN" sz="3200" u="sng" dirty="0">
                <a:solidFill>
                  <a:schemeClr val="accent2"/>
                </a:solidFill>
                <a:latin typeface="Instrument Sans SemiBold" panose="020B060402020202020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GYM MEMBERSHIP MANAGEMENT</a:t>
            </a:r>
          </a:p>
          <a:p>
            <a:pPr algn="ctr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en-IN" sz="3200" u="sng" dirty="0">
                <a:solidFill>
                  <a:schemeClr val="accent2"/>
                </a:solidFill>
                <a:latin typeface="Instrument Sans SemiBold" panose="020B060402020202020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SYSTEM</a:t>
            </a:r>
          </a:p>
          <a:p>
            <a:pPr algn="ctr" defTabSz="685800">
              <a:lnSpc>
                <a:spcPct val="90000"/>
              </a:lnSpc>
              <a:spcBef>
                <a:spcPct val="0"/>
              </a:spcBef>
              <a:defRPr/>
            </a:pPr>
            <a:br>
              <a:rPr lang="en-US" sz="3300" dirty="0">
                <a:solidFill>
                  <a:schemeClr val="accent2"/>
                </a:solidFill>
                <a:latin typeface="Instrument Sans SemiBold" panose="020B0604020202020204" charset="0"/>
                <a:ea typeface="+mj-ea"/>
                <a:cs typeface="+mj-cs"/>
              </a:rPr>
            </a:br>
            <a:endParaRPr lang="en-IN" sz="3300" dirty="0">
              <a:solidFill>
                <a:schemeClr val="accent2"/>
              </a:solidFill>
              <a:latin typeface="Instrument Sans SemiBold" panose="020B0604020202020204" charset="0"/>
              <a:ea typeface="+mj-ea"/>
              <a:cs typeface="+mj-c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18D0CE1-0F58-8874-0365-E0137EBB5E7B}"/>
              </a:ext>
            </a:extLst>
          </p:cNvPr>
          <p:cNvSpPr txBox="1"/>
          <p:nvPr/>
        </p:nvSpPr>
        <p:spPr>
          <a:xfrm>
            <a:off x="607191" y="3597864"/>
            <a:ext cx="7768883" cy="106344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algn="ctr" defTabSz="685800">
              <a:lnSpc>
                <a:spcPct val="90000"/>
              </a:lnSpc>
              <a:spcBef>
                <a:spcPts val="750"/>
              </a:spcBef>
              <a:defRPr/>
            </a:pPr>
            <a:endParaRPr lang="en-IN" sz="1500" dirty="0">
              <a:solidFill>
                <a:srgbClr val="002060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ADB495-78EA-0496-95A7-952763F9DB76}"/>
              </a:ext>
            </a:extLst>
          </p:cNvPr>
          <p:cNvSpPr txBox="1"/>
          <p:nvPr/>
        </p:nvSpPr>
        <p:spPr>
          <a:xfrm>
            <a:off x="2633808" y="3058451"/>
            <a:ext cx="38763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u="sng" dirty="0">
                <a:solidFill>
                  <a:schemeClr val="accent2"/>
                </a:solidFill>
                <a:latin typeface="Instrument Sans SemiBold" panose="020B0604020202020204" charset="0"/>
              </a:rPr>
              <a:t>Presented by:</a:t>
            </a:r>
          </a:p>
          <a:p>
            <a:pPr algn="ctr"/>
            <a:endParaRPr lang="en-US" sz="1600" b="1" u="sng" dirty="0">
              <a:solidFill>
                <a:srgbClr val="002060"/>
              </a:solidFill>
              <a:latin typeface="Instrument Sans SemiBold" panose="020B0604020202020204" charset="0"/>
            </a:endParaRPr>
          </a:p>
          <a:p>
            <a:r>
              <a:rPr lang="en-US" sz="1600" dirty="0">
                <a:latin typeface="Instrument Sans SemiBold" panose="020B0604020202020204" charset="0"/>
              </a:rPr>
              <a:t>M Praneeth                               25B11CS587</a:t>
            </a:r>
          </a:p>
          <a:p>
            <a:r>
              <a:rPr lang="en-US" sz="1600" dirty="0">
                <a:latin typeface="Instrument Sans SemiBold" panose="020B0604020202020204" charset="0"/>
              </a:rPr>
              <a:t>L V Nitheesh </a:t>
            </a:r>
            <a:r>
              <a:rPr lang="en-US" sz="1600" dirty="0" err="1">
                <a:latin typeface="Instrument Sans SemiBold" panose="020B0604020202020204" charset="0"/>
              </a:rPr>
              <a:t>Patrudu</a:t>
            </a:r>
            <a:r>
              <a:rPr lang="en-US" sz="1600" dirty="0">
                <a:latin typeface="Instrument Sans SemiBold" panose="020B0604020202020204" charset="0"/>
              </a:rPr>
              <a:t>        25B11CS515</a:t>
            </a:r>
          </a:p>
          <a:p>
            <a:r>
              <a:rPr lang="en-US" sz="1600" dirty="0">
                <a:latin typeface="Instrument Sans SemiBold" panose="020B0604020202020204" charset="0"/>
              </a:rPr>
              <a:t>D Mahesh Babu 	             25B11CS215</a:t>
            </a:r>
          </a:p>
          <a:p>
            <a:r>
              <a:rPr lang="en-US" sz="1600" dirty="0">
                <a:latin typeface="Instrument Sans SemiBold" panose="020B0604020202020204" charset="0"/>
              </a:rPr>
              <a:t>Nava Jeevan                             25B11CS969</a:t>
            </a:r>
            <a:endParaRPr lang="en-IN" sz="1600" dirty="0">
              <a:latin typeface="Instrument Sans SemiBold" panose="020B060402020202020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669EFF-2EA0-72C9-6DC0-BC6AB70B7571}"/>
              </a:ext>
            </a:extLst>
          </p:cNvPr>
          <p:cNvSpPr txBox="1"/>
          <p:nvPr/>
        </p:nvSpPr>
        <p:spPr>
          <a:xfrm>
            <a:off x="3981328" y="2668133"/>
            <a:ext cx="1401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2"/>
                </a:solidFill>
              </a:rPr>
              <a:t>Review-2</a:t>
            </a:r>
            <a:endParaRPr lang="en-IN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114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BC1D48D-2DF1-D535-D1CC-0F1DA726F55C}"/>
              </a:ext>
            </a:extLst>
          </p:cNvPr>
          <p:cNvSpPr txBox="1"/>
          <p:nvPr/>
        </p:nvSpPr>
        <p:spPr>
          <a:xfrm>
            <a:off x="220554" y="96689"/>
            <a:ext cx="2601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2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Complete ER Diagram</a:t>
            </a:r>
            <a:endParaRPr lang="en-US" u="sng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641DF6-3F81-CA18-4A62-52830844B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54" y="572249"/>
            <a:ext cx="8223623" cy="457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112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01A21B-CB2E-C07F-D0C9-CD0B8DD6C034}"/>
              </a:ext>
            </a:extLst>
          </p:cNvPr>
          <p:cNvSpPr txBox="1"/>
          <p:nvPr/>
        </p:nvSpPr>
        <p:spPr>
          <a:xfrm>
            <a:off x="265953" y="23144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u="sng" dirty="0">
                <a:solidFill>
                  <a:schemeClr val="accent2"/>
                </a:solidFill>
              </a:rPr>
              <a:t>Table Creation</a:t>
            </a:r>
            <a:endParaRPr lang="en-IN" sz="2800" u="sng" dirty="0">
              <a:solidFill>
                <a:schemeClr val="accent2"/>
              </a:solidFill>
              <a:latin typeface="Instrument Sans SemiBold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122BED-52B1-CF05-8CC4-180DF814C883}"/>
              </a:ext>
            </a:extLst>
          </p:cNvPr>
          <p:cNvSpPr txBox="1"/>
          <p:nvPr/>
        </p:nvSpPr>
        <p:spPr>
          <a:xfrm>
            <a:off x="265953" y="825223"/>
            <a:ext cx="86330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The ER model into six relational tables using Oracle SQL. Each table contains attributes relevant to that entity.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4108F-69E0-92B2-5F98-F3B97A4A9060}"/>
              </a:ext>
            </a:extLst>
          </p:cNvPr>
          <p:cNvSpPr txBox="1"/>
          <p:nvPr/>
        </p:nvSpPr>
        <p:spPr>
          <a:xfrm>
            <a:off x="319741" y="1565836"/>
            <a:ext cx="3558988" cy="2103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u="sng" dirty="0">
                <a:latin typeface="+mj-lt"/>
              </a:rPr>
              <a:t>Table 1: Members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CREATE TABLE Members (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latin typeface="Consolas" panose="020B0609020204030204" pitchFamily="49" charset="0"/>
              </a:rPr>
              <a:t>member_id</a:t>
            </a:r>
            <a:r>
              <a:rPr lang="en-IN" sz="1400" dirty="0">
                <a:latin typeface="Consolas" panose="020B0609020204030204" pitchFamily="49" charset="0"/>
              </a:rPr>
              <a:t> NUMBER PRIMARY KEY,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name VARCHAR2(50) NOT NULL,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age NUMBER,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gender VARCHAR2(10),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phone VARCHAR2(15) UNIQUE,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latin typeface="Consolas" panose="020B0609020204030204" pitchFamily="49" charset="0"/>
              </a:rPr>
              <a:t>join_date</a:t>
            </a:r>
            <a:r>
              <a:rPr lang="en-IN" sz="1400" dirty="0">
                <a:latin typeface="Consolas" panose="020B0609020204030204" pitchFamily="49" charset="0"/>
              </a:rPr>
              <a:t> DATE NOT NULL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23953D-AF2F-E223-20A5-C4528BD89EA0}"/>
              </a:ext>
            </a:extLst>
          </p:cNvPr>
          <p:cNvSpPr txBox="1"/>
          <p:nvPr/>
        </p:nvSpPr>
        <p:spPr>
          <a:xfrm>
            <a:off x="4252259" y="1565836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u="sng" dirty="0">
                <a:latin typeface="+mj-lt"/>
              </a:rPr>
              <a:t>Table 2: Trainers</a:t>
            </a:r>
            <a:endParaRPr lang="en-IN" sz="1400" b="0" u="sng" dirty="0">
              <a:solidFill>
                <a:schemeClr val="tx1"/>
              </a:solidFill>
              <a:effectLst/>
              <a:latin typeface="+mj-lt"/>
            </a:endParaRPr>
          </a:p>
          <a:p>
            <a:pPr>
              <a:lnSpc>
                <a:spcPct val="100000"/>
              </a:lnSpc>
              <a:buNone/>
            </a:pP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CREATE TABLE Trainers (</a:t>
            </a:r>
          </a:p>
          <a:p>
            <a:pPr>
              <a:lnSpc>
                <a:spcPct val="100000"/>
              </a:lnSpc>
              <a:buNone/>
            </a:pP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trainer_id</a:t>
            </a: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NUMBER PRIMARY KEY,</a:t>
            </a:r>
          </a:p>
          <a:p>
            <a:pPr>
              <a:lnSpc>
                <a:spcPct val="100000"/>
              </a:lnSpc>
              <a:buNone/>
            </a:pP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trainer_name</a:t>
            </a: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VARCHAR2(50) NOT NULL,</a:t>
            </a:r>
          </a:p>
          <a:p>
            <a:pPr>
              <a:lnSpc>
                <a:spcPct val="100000"/>
              </a:lnSpc>
              <a:buNone/>
            </a:pP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specialization VARCHAR2(50),</a:t>
            </a:r>
          </a:p>
          <a:p>
            <a:pPr>
              <a:lnSpc>
                <a:spcPct val="100000"/>
              </a:lnSpc>
              <a:buNone/>
            </a:pP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phone VARCHAR2(15)</a:t>
            </a:r>
          </a:p>
          <a:p>
            <a:pPr>
              <a:lnSpc>
                <a:spcPct val="100000"/>
              </a:lnSpc>
              <a:buNone/>
            </a:pP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9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F553D3-7331-B077-4DDC-746687FBF814}"/>
              </a:ext>
            </a:extLst>
          </p:cNvPr>
          <p:cNvSpPr txBox="1"/>
          <p:nvPr/>
        </p:nvSpPr>
        <p:spPr>
          <a:xfrm>
            <a:off x="373529" y="466626"/>
            <a:ext cx="288962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endParaRPr lang="en-IN" sz="14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1400" u="sng" dirty="0"/>
              <a:t>Table 3: </a:t>
            </a:r>
            <a:r>
              <a:rPr lang="en-IN" sz="1400" u="sng" dirty="0" err="1"/>
              <a:t>Membership_Plans</a:t>
            </a:r>
            <a:endParaRPr lang="en-IN" sz="1400" u="sng" dirty="0"/>
          </a:p>
          <a:p>
            <a:pPr>
              <a:lnSpc>
                <a:spcPct val="100000"/>
              </a:lnSpc>
              <a:buNone/>
            </a:pP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CREATE TABLE </a:t>
            </a:r>
            <a:r>
              <a:rPr lang="en-IN" sz="1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Membership_Plans</a:t>
            </a: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00000"/>
              </a:lnSpc>
              <a:buNone/>
            </a:pP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plan_id</a:t>
            </a: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NUMBER PRIMARY KEY,</a:t>
            </a:r>
          </a:p>
          <a:p>
            <a:pPr>
              <a:lnSpc>
                <a:spcPct val="100000"/>
              </a:lnSpc>
              <a:buNone/>
            </a:pP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plan_name</a:t>
            </a: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VARCHAR2(50) NOT NULL,</a:t>
            </a:r>
          </a:p>
          <a:p>
            <a:pPr>
              <a:lnSpc>
                <a:spcPct val="100000"/>
              </a:lnSpc>
              <a:buNone/>
            </a:pP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duration_months</a:t>
            </a: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NUMBER NOT NULL,</a:t>
            </a:r>
          </a:p>
          <a:p>
            <a:pPr>
              <a:lnSpc>
                <a:spcPct val="100000"/>
              </a:lnSpc>
              <a:buNone/>
            </a:pP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fee NUMBER(10,2) NOT NULL</a:t>
            </a:r>
          </a:p>
          <a:p>
            <a:pPr>
              <a:lnSpc>
                <a:spcPct val="100000"/>
              </a:lnSpc>
              <a:buNone/>
            </a:pPr>
            <a: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00000"/>
              </a:lnSpc>
              <a:buNone/>
            </a:pPr>
            <a:br>
              <a:rPr lang="en-I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1E8B6-F0F3-6F07-5AFE-AB982F4B6E95}"/>
              </a:ext>
            </a:extLst>
          </p:cNvPr>
          <p:cNvSpPr txBox="1"/>
          <p:nvPr/>
        </p:nvSpPr>
        <p:spPr>
          <a:xfrm>
            <a:off x="4207436" y="684109"/>
            <a:ext cx="45630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u="sng" dirty="0">
                <a:latin typeface="+mj-lt"/>
              </a:rPr>
              <a:t>Table 4: Memberships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CREATE TABLE Memberships (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latin typeface="Consolas" panose="020B0609020204030204" pitchFamily="49" charset="0"/>
              </a:rPr>
              <a:t>membership_id</a:t>
            </a:r>
            <a:r>
              <a:rPr lang="en-IN" sz="1400" dirty="0">
                <a:latin typeface="Consolas" panose="020B0609020204030204" pitchFamily="49" charset="0"/>
              </a:rPr>
              <a:t> NUMBER PRIMARY KEY,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latin typeface="Consolas" panose="020B0609020204030204" pitchFamily="49" charset="0"/>
              </a:rPr>
              <a:t>member_id</a:t>
            </a:r>
            <a:r>
              <a:rPr lang="en-IN" sz="1400" dirty="0">
                <a:latin typeface="Consolas" panose="020B0609020204030204" pitchFamily="49" charset="0"/>
              </a:rPr>
              <a:t> NUMBER,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latin typeface="Consolas" panose="020B0609020204030204" pitchFamily="49" charset="0"/>
              </a:rPr>
              <a:t>plan_id</a:t>
            </a:r>
            <a:r>
              <a:rPr lang="en-IN" sz="1400" dirty="0">
                <a:latin typeface="Consolas" panose="020B0609020204030204" pitchFamily="49" charset="0"/>
              </a:rPr>
              <a:t> NUMBER,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latin typeface="Consolas" panose="020B0609020204030204" pitchFamily="49" charset="0"/>
              </a:rPr>
              <a:t>trainer_id</a:t>
            </a:r>
            <a:r>
              <a:rPr lang="en-IN" sz="1400" dirty="0">
                <a:latin typeface="Consolas" panose="020B0609020204030204" pitchFamily="49" charset="0"/>
              </a:rPr>
              <a:t> NUMBER,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latin typeface="Consolas" panose="020B0609020204030204" pitchFamily="49" charset="0"/>
              </a:rPr>
              <a:t>start_date</a:t>
            </a:r>
            <a:r>
              <a:rPr lang="en-IN" sz="1400" dirty="0">
                <a:latin typeface="Consolas" panose="020B0609020204030204" pitchFamily="49" charset="0"/>
              </a:rPr>
              <a:t> DATE NOT NULL,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latin typeface="Consolas" panose="020B0609020204030204" pitchFamily="49" charset="0"/>
              </a:rPr>
              <a:t>end_date</a:t>
            </a:r>
            <a:r>
              <a:rPr lang="en-IN" sz="1400" dirty="0">
                <a:latin typeface="Consolas" panose="020B0609020204030204" pitchFamily="49" charset="0"/>
              </a:rPr>
              <a:t> DATE NOT NULL,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status VARCHAR2(20) NOT NULL,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FOREIGN KEY (</a:t>
            </a:r>
            <a:r>
              <a:rPr lang="en-IN" sz="1400" dirty="0" err="1">
                <a:latin typeface="Consolas" panose="020B0609020204030204" pitchFamily="49" charset="0"/>
              </a:rPr>
              <a:t>member_id</a:t>
            </a:r>
            <a:r>
              <a:rPr lang="en-IN" sz="1400" dirty="0">
                <a:latin typeface="Consolas" panose="020B0609020204030204" pitchFamily="49" charset="0"/>
              </a:rPr>
              <a:t>) REFERENCES Members(</a:t>
            </a:r>
            <a:r>
              <a:rPr lang="en-IN" sz="1400" dirty="0" err="1">
                <a:latin typeface="Consolas" panose="020B0609020204030204" pitchFamily="49" charset="0"/>
              </a:rPr>
              <a:t>member_id</a:t>
            </a:r>
            <a:r>
              <a:rPr lang="en-IN" sz="1400" dirty="0">
                <a:latin typeface="Consolas" panose="020B0609020204030204" pitchFamily="49" charset="0"/>
              </a:rPr>
              <a:t>),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FOREIGN KEY (</a:t>
            </a:r>
            <a:r>
              <a:rPr lang="en-IN" sz="1400" dirty="0" err="1">
                <a:latin typeface="Consolas" panose="020B0609020204030204" pitchFamily="49" charset="0"/>
              </a:rPr>
              <a:t>plan_id</a:t>
            </a:r>
            <a:r>
              <a:rPr lang="en-IN" sz="1400" dirty="0">
                <a:latin typeface="Consolas" panose="020B0609020204030204" pitchFamily="49" charset="0"/>
              </a:rPr>
              <a:t>) REFERENCES </a:t>
            </a:r>
            <a:r>
              <a:rPr lang="en-IN" sz="1400" dirty="0" err="1">
                <a:latin typeface="Consolas" panose="020B0609020204030204" pitchFamily="49" charset="0"/>
              </a:rPr>
              <a:t>Membership_Plans</a:t>
            </a:r>
            <a:r>
              <a:rPr lang="en-IN" sz="1400" dirty="0">
                <a:latin typeface="Consolas" panose="020B0609020204030204" pitchFamily="49" charset="0"/>
              </a:rPr>
              <a:t>(</a:t>
            </a:r>
            <a:r>
              <a:rPr lang="en-IN" sz="1400" dirty="0" err="1">
                <a:latin typeface="Consolas" panose="020B0609020204030204" pitchFamily="49" charset="0"/>
              </a:rPr>
              <a:t>plan_id</a:t>
            </a:r>
            <a:r>
              <a:rPr lang="en-IN" sz="1400" dirty="0">
                <a:latin typeface="Consolas" panose="020B0609020204030204" pitchFamily="49" charset="0"/>
              </a:rPr>
              <a:t>),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FOREIGN KEY (</a:t>
            </a:r>
            <a:r>
              <a:rPr lang="en-IN" sz="1400" dirty="0" err="1">
                <a:latin typeface="Consolas" panose="020B0609020204030204" pitchFamily="49" charset="0"/>
              </a:rPr>
              <a:t>trainer_id</a:t>
            </a:r>
            <a:r>
              <a:rPr lang="en-IN" sz="1400" dirty="0">
                <a:latin typeface="Consolas" panose="020B0609020204030204" pitchFamily="49" charset="0"/>
              </a:rPr>
              <a:t>) REFERENCES Trainers(</a:t>
            </a:r>
            <a:r>
              <a:rPr lang="en-IN" sz="1400" dirty="0" err="1">
                <a:latin typeface="Consolas" panose="020B0609020204030204" pitchFamily="49" charset="0"/>
              </a:rPr>
              <a:t>trainer_id</a:t>
            </a:r>
            <a:r>
              <a:rPr lang="en-IN" sz="1400" dirty="0">
                <a:latin typeface="Consolas" panose="020B0609020204030204" pitchFamily="49" charset="0"/>
              </a:rPr>
              <a:t>)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48349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E112A4-C5B0-D1A2-4136-7A7C6BFD8DAC}"/>
              </a:ext>
            </a:extLst>
          </p:cNvPr>
          <p:cNvSpPr txBox="1"/>
          <p:nvPr/>
        </p:nvSpPr>
        <p:spPr>
          <a:xfrm>
            <a:off x="433295" y="487901"/>
            <a:ext cx="364564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u="sng" dirty="0">
                <a:latin typeface="+mj-lt"/>
              </a:rPr>
              <a:t>Table 5: Payments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CREATE TABLE Payments (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latin typeface="Consolas" panose="020B0609020204030204" pitchFamily="49" charset="0"/>
              </a:rPr>
              <a:t>payment_id</a:t>
            </a:r>
            <a:r>
              <a:rPr lang="en-IN" sz="1400" dirty="0">
                <a:latin typeface="Consolas" panose="020B0609020204030204" pitchFamily="49" charset="0"/>
              </a:rPr>
              <a:t> NUMBER PRIMARY KEY,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latin typeface="Consolas" panose="020B0609020204030204" pitchFamily="49" charset="0"/>
              </a:rPr>
              <a:t>membership_id</a:t>
            </a:r>
            <a:r>
              <a:rPr lang="en-IN" sz="1400" dirty="0">
                <a:latin typeface="Consolas" panose="020B0609020204030204" pitchFamily="49" charset="0"/>
              </a:rPr>
              <a:t> NUMBER,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latin typeface="Consolas" panose="020B0609020204030204" pitchFamily="49" charset="0"/>
              </a:rPr>
              <a:t>payment_date</a:t>
            </a:r>
            <a:r>
              <a:rPr lang="en-IN" sz="1400" dirty="0">
                <a:latin typeface="Consolas" panose="020B0609020204030204" pitchFamily="49" charset="0"/>
              </a:rPr>
              <a:t> DATE NOT NULL,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amount NUMBER(10,2) NOT NULL,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latin typeface="Consolas" panose="020B0609020204030204" pitchFamily="49" charset="0"/>
              </a:rPr>
              <a:t>payment_method</a:t>
            </a:r>
            <a:r>
              <a:rPr lang="en-IN" sz="1400" dirty="0">
                <a:latin typeface="Consolas" panose="020B0609020204030204" pitchFamily="49" charset="0"/>
              </a:rPr>
              <a:t> VARCHAR2(20),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FOREIGN KEY (</a:t>
            </a:r>
            <a:r>
              <a:rPr lang="en-IN" sz="1400" dirty="0" err="1">
                <a:latin typeface="Consolas" panose="020B0609020204030204" pitchFamily="49" charset="0"/>
              </a:rPr>
              <a:t>membership_id</a:t>
            </a:r>
            <a:r>
              <a:rPr lang="en-IN" sz="1400" dirty="0">
                <a:latin typeface="Consolas" panose="020B0609020204030204" pitchFamily="49" charset="0"/>
              </a:rPr>
              <a:t>) REFERENCES Memberships(</a:t>
            </a:r>
            <a:r>
              <a:rPr lang="en-IN" sz="1400" dirty="0" err="1">
                <a:latin typeface="Consolas" panose="020B0609020204030204" pitchFamily="49" charset="0"/>
              </a:rPr>
              <a:t>membership_id</a:t>
            </a:r>
            <a:r>
              <a:rPr lang="en-IN" sz="1400" dirty="0">
                <a:latin typeface="Consolas" panose="020B0609020204030204" pitchFamily="49" charset="0"/>
              </a:rPr>
              <a:t>)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5F282-1FE0-A17E-534E-07B8E80364F9}"/>
              </a:ext>
            </a:extLst>
          </p:cNvPr>
          <p:cNvSpPr txBox="1"/>
          <p:nvPr/>
        </p:nvSpPr>
        <p:spPr>
          <a:xfrm>
            <a:off x="4449482" y="574406"/>
            <a:ext cx="38339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u="sng" dirty="0">
                <a:latin typeface="+mj-lt"/>
              </a:rPr>
              <a:t>Table 6: Attendance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CREATE TABLE Attendance (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latin typeface="Consolas" panose="020B0609020204030204" pitchFamily="49" charset="0"/>
              </a:rPr>
              <a:t>attendance_id</a:t>
            </a:r>
            <a:r>
              <a:rPr lang="en-IN" sz="1400" dirty="0">
                <a:latin typeface="Consolas" panose="020B0609020204030204" pitchFamily="49" charset="0"/>
              </a:rPr>
              <a:t> NUMBER PRIMARY KEY,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latin typeface="Consolas" panose="020B0609020204030204" pitchFamily="49" charset="0"/>
              </a:rPr>
              <a:t>member_id</a:t>
            </a:r>
            <a:r>
              <a:rPr lang="en-IN" sz="1400" dirty="0">
                <a:latin typeface="Consolas" panose="020B0609020204030204" pitchFamily="49" charset="0"/>
              </a:rPr>
              <a:t> NUMBER,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latin typeface="Consolas" panose="020B0609020204030204" pitchFamily="49" charset="0"/>
              </a:rPr>
              <a:t>attendance_date</a:t>
            </a:r>
            <a:r>
              <a:rPr lang="en-IN" sz="1400" dirty="0">
                <a:latin typeface="Consolas" panose="020B0609020204030204" pitchFamily="49" charset="0"/>
              </a:rPr>
              <a:t> DATE NOT NULL,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status VARCHAR2(15) NOT NULL,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    FOREIGN KEY (</a:t>
            </a:r>
            <a:r>
              <a:rPr lang="en-IN" sz="1400" dirty="0" err="1">
                <a:latin typeface="Consolas" panose="020B0609020204030204" pitchFamily="49" charset="0"/>
              </a:rPr>
              <a:t>member_id</a:t>
            </a:r>
            <a:r>
              <a:rPr lang="en-IN" sz="1400" dirty="0">
                <a:latin typeface="Consolas" panose="020B0609020204030204" pitchFamily="49" charset="0"/>
              </a:rPr>
              <a:t>) REFERENCES Members(</a:t>
            </a:r>
            <a:r>
              <a:rPr lang="en-IN" sz="1400" dirty="0" err="1">
                <a:latin typeface="Consolas" panose="020B0609020204030204" pitchFamily="49" charset="0"/>
              </a:rPr>
              <a:t>member_id</a:t>
            </a:r>
            <a:r>
              <a:rPr lang="en-IN" sz="1400" dirty="0">
                <a:latin typeface="Consolas" panose="020B0609020204030204" pitchFamily="49" charset="0"/>
              </a:rPr>
              <a:t>)</a:t>
            </a:r>
          </a:p>
          <a:p>
            <a:pPr rtl="0">
              <a:buNone/>
            </a:pPr>
            <a:r>
              <a:rPr lang="en-IN" sz="1400" dirty="0"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46243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60EDCB-F8FF-464B-7C69-5979AD15A479}"/>
              </a:ext>
            </a:extLst>
          </p:cNvPr>
          <p:cNvSpPr txBox="1"/>
          <p:nvPr/>
        </p:nvSpPr>
        <p:spPr>
          <a:xfrm>
            <a:off x="398546" y="946124"/>
            <a:ext cx="4572000" cy="1840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100" b="1" u="sng" dirty="0">
                <a:solidFill>
                  <a:srgbClr val="2A69AA"/>
                </a:solidFill>
              </a:rPr>
              <a:t>Primary Keys</a:t>
            </a:r>
            <a:endParaRPr lang="en-IN" sz="1100" u="sng" dirty="0">
              <a:solidFill>
                <a:srgbClr val="2A69AA"/>
              </a:solidFill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Members → </a:t>
            </a:r>
            <a:r>
              <a:rPr lang="en-IN" sz="1100" dirty="0" err="1">
                <a:latin typeface="+mn-lt"/>
              </a:rPr>
              <a:t>member_id</a:t>
            </a:r>
            <a:r>
              <a:rPr lang="en-IN" sz="11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Trainers → </a:t>
            </a:r>
            <a:r>
              <a:rPr lang="en-IN" sz="1100" dirty="0" err="1">
                <a:latin typeface="+mn-lt"/>
              </a:rPr>
              <a:t>trainer_id</a:t>
            </a:r>
            <a:r>
              <a:rPr lang="en-IN" sz="11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 err="1"/>
              <a:t>Membership_Plans</a:t>
            </a:r>
            <a:r>
              <a:rPr lang="en-IN" sz="1100" dirty="0"/>
              <a:t> → </a:t>
            </a:r>
            <a:r>
              <a:rPr lang="en-IN" sz="1100" dirty="0" err="1">
                <a:latin typeface="+mn-lt"/>
              </a:rPr>
              <a:t>plan_id</a:t>
            </a:r>
            <a:r>
              <a:rPr lang="en-IN" sz="11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Memberships → </a:t>
            </a:r>
            <a:r>
              <a:rPr lang="en-IN" sz="1100" dirty="0" err="1">
                <a:latin typeface="+mn-lt"/>
              </a:rPr>
              <a:t>membership_id</a:t>
            </a:r>
            <a:r>
              <a:rPr lang="en-IN" sz="11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Payments → </a:t>
            </a:r>
            <a:r>
              <a:rPr lang="en-IN" sz="1100" dirty="0" err="1">
                <a:latin typeface="+mn-lt"/>
              </a:rPr>
              <a:t>payment_id</a:t>
            </a:r>
            <a:r>
              <a:rPr lang="en-IN" sz="11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Attendance → </a:t>
            </a:r>
            <a:r>
              <a:rPr lang="en-IN" sz="1100" dirty="0" err="1">
                <a:latin typeface="+mn-lt"/>
              </a:rPr>
              <a:t>attendance_id</a:t>
            </a:r>
            <a:r>
              <a:rPr lang="en-IN" sz="11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27EEA-2F1B-DA90-33C4-7D473313DB3A}"/>
              </a:ext>
            </a:extLst>
          </p:cNvPr>
          <p:cNvSpPr txBox="1"/>
          <p:nvPr/>
        </p:nvSpPr>
        <p:spPr>
          <a:xfrm>
            <a:off x="4565758" y="946124"/>
            <a:ext cx="2626040" cy="1999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200" b="1" u="sng" dirty="0">
                <a:solidFill>
                  <a:srgbClr val="2A69AA"/>
                </a:solidFill>
              </a:rPr>
              <a:t>Foreign Keys</a:t>
            </a:r>
            <a:endParaRPr lang="en-IN" sz="1200" u="sng" dirty="0">
              <a:solidFill>
                <a:srgbClr val="2A69AA"/>
              </a:solidFill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Memberships → </a:t>
            </a:r>
            <a:r>
              <a:rPr lang="en-IN" sz="1200" dirty="0" err="1"/>
              <a:t>member_id</a:t>
            </a:r>
            <a:r>
              <a:rPr lang="en-IN" sz="12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Memberships → </a:t>
            </a:r>
            <a:r>
              <a:rPr lang="en-IN" sz="1200" dirty="0" err="1"/>
              <a:t>plan_id</a:t>
            </a:r>
            <a:r>
              <a:rPr lang="en-IN" sz="12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Memberships → </a:t>
            </a:r>
            <a:r>
              <a:rPr lang="en-IN" sz="1200" dirty="0" err="1"/>
              <a:t>trainer_id</a:t>
            </a:r>
            <a:r>
              <a:rPr lang="en-IN" sz="12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Payments → </a:t>
            </a:r>
            <a:r>
              <a:rPr lang="en-IN" sz="1200" dirty="0" err="1"/>
              <a:t>membership_id</a:t>
            </a:r>
            <a:r>
              <a:rPr lang="en-IN" sz="12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Attendance → </a:t>
            </a:r>
            <a:r>
              <a:rPr lang="en-IN" sz="1200" dirty="0" err="1"/>
              <a:t>member_id</a:t>
            </a:r>
            <a:r>
              <a:rPr lang="en-IN" sz="1200" dirty="0"/>
              <a:t> </a:t>
            </a:r>
          </a:p>
          <a:p>
            <a:pPr>
              <a:lnSpc>
                <a:spcPct val="150000"/>
              </a:lnSpc>
            </a:pPr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0EEE49-7C53-5F86-EFB0-403A4ABDB9F7}"/>
              </a:ext>
            </a:extLst>
          </p:cNvPr>
          <p:cNvSpPr txBox="1"/>
          <p:nvPr/>
        </p:nvSpPr>
        <p:spPr>
          <a:xfrm>
            <a:off x="446672" y="2807840"/>
            <a:ext cx="4572000" cy="1333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100" b="1" u="sng" dirty="0">
                <a:solidFill>
                  <a:srgbClr val="2A69AA"/>
                </a:solidFill>
              </a:rPr>
              <a:t>Constraints</a:t>
            </a:r>
            <a:endParaRPr lang="en-IN" sz="1100" u="sng" dirty="0">
              <a:solidFill>
                <a:srgbClr val="2A69AA"/>
              </a:solidFill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PRIMARY KEY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FOREIGN KEY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NOT NULL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UNIQUE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B1A2BF-2A7F-0A87-F5F3-08918F8A1228}"/>
              </a:ext>
            </a:extLst>
          </p:cNvPr>
          <p:cNvSpPr txBox="1"/>
          <p:nvPr/>
        </p:nvSpPr>
        <p:spPr>
          <a:xfrm>
            <a:off x="4615959" y="3081404"/>
            <a:ext cx="4572000" cy="1079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100" b="1" u="sng" dirty="0">
                <a:solidFill>
                  <a:srgbClr val="2A69AA"/>
                </a:solidFill>
              </a:rPr>
              <a:t>Purpose</a:t>
            </a:r>
            <a:endParaRPr lang="en-IN" sz="1100" u="sng" dirty="0">
              <a:solidFill>
                <a:srgbClr val="2A69AA"/>
              </a:solidFill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Entity integrity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Referential integrity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Prevention of invalid/duplicate data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77427C-4CFF-4729-3115-DB9FC805327F}"/>
              </a:ext>
            </a:extLst>
          </p:cNvPr>
          <p:cNvSpPr txBox="1"/>
          <p:nvPr/>
        </p:nvSpPr>
        <p:spPr>
          <a:xfrm>
            <a:off x="398546" y="278776"/>
            <a:ext cx="4659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u="sng" dirty="0">
                <a:solidFill>
                  <a:schemeClr val="accent2"/>
                </a:solidFill>
              </a:rPr>
              <a:t>Keys &amp; Constraints</a:t>
            </a:r>
          </a:p>
        </p:txBody>
      </p:sp>
    </p:spTree>
    <p:extLst>
      <p:ext uri="{BB962C8B-B14F-4D97-AF65-F5344CB8AC3E}">
        <p14:creationId xmlns:p14="http://schemas.microsoft.com/office/powerpoint/2010/main" val="2326225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95AA7A-A87C-EE4D-87DD-877364391CB0}"/>
              </a:ext>
            </a:extLst>
          </p:cNvPr>
          <p:cNvSpPr txBox="1"/>
          <p:nvPr/>
        </p:nvSpPr>
        <p:spPr>
          <a:xfrm>
            <a:off x="322728" y="215758"/>
            <a:ext cx="1733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solidFill>
                  <a:schemeClr val="accent2"/>
                </a:solidFill>
                <a:latin typeface="Instrument Sans SemiBold" panose="020B0604020202020204" charset="0"/>
              </a:rPr>
              <a:t>Basic Queries: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8F91D5-D82E-CB16-1853-46A67AACE485}"/>
              </a:ext>
            </a:extLst>
          </p:cNvPr>
          <p:cNvSpPr txBox="1"/>
          <p:nvPr/>
        </p:nvSpPr>
        <p:spPr>
          <a:xfrm>
            <a:off x="233081" y="776941"/>
            <a:ext cx="38488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rgbClr val="2A69AA"/>
                </a:solidFill>
              </a:rPr>
              <a:t>Basic Query 1 — SELECT</a:t>
            </a:r>
          </a:p>
          <a:p>
            <a:pPr>
              <a:lnSpc>
                <a:spcPct val="150000"/>
              </a:lnSpc>
            </a:pPr>
            <a:r>
              <a:rPr lang="en-IN" sz="1200" b="1" dirty="0"/>
              <a:t>Display all the members registered in the gym.</a:t>
            </a:r>
            <a:endParaRPr lang="en-IN" sz="12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IN" sz="1200" dirty="0">
                <a:latin typeface="Consolas" panose="020B0609020204030204" pitchFamily="49" charset="0"/>
              </a:rPr>
              <a:t>SELECT * FROM Members;</a:t>
            </a:r>
          </a:p>
          <a:p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679948-CF91-F4E0-CA04-BCDBFD04B634}"/>
              </a:ext>
            </a:extLst>
          </p:cNvPr>
          <p:cNvSpPr txBox="1"/>
          <p:nvPr/>
        </p:nvSpPr>
        <p:spPr>
          <a:xfrm>
            <a:off x="4727388" y="776941"/>
            <a:ext cx="4165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2A69AA"/>
                </a:solidFill>
              </a:rPr>
              <a:t>Basic Query 2 — Members above 22</a:t>
            </a:r>
            <a:endParaRPr lang="en-IN" sz="1200" b="1" dirty="0"/>
          </a:p>
          <a:p>
            <a:pPr>
              <a:lnSpc>
                <a:spcPct val="150000"/>
              </a:lnSpc>
            </a:pPr>
            <a:r>
              <a:rPr lang="en-IN" sz="1200" b="1" dirty="0"/>
              <a:t>"Display members whose age is greater than 22."</a:t>
            </a:r>
            <a:endParaRPr lang="en-IN" sz="1200" dirty="0"/>
          </a:p>
          <a:p>
            <a:r>
              <a:rPr lang="en-IN" sz="1200" dirty="0">
                <a:latin typeface="Consolas" panose="020B0609020204030204" pitchFamily="49" charset="0"/>
              </a:rPr>
              <a:t>SELECT name, age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FROM Members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WHERE age &gt; 22;</a:t>
            </a:r>
          </a:p>
          <a:p>
            <a:endParaRPr lang="en-IN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D3DF3D-745D-1164-2E6D-AA7EAC103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94" y="2233838"/>
            <a:ext cx="3726821" cy="21327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1951E4-D4D0-07E4-4096-3323F83D2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152" y="2233838"/>
            <a:ext cx="2999942" cy="21327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0B7FEE-4B10-961A-4A0A-2832D620880E}"/>
              </a:ext>
            </a:extLst>
          </p:cNvPr>
          <p:cNvSpPr txBox="1"/>
          <p:nvPr/>
        </p:nvSpPr>
        <p:spPr>
          <a:xfrm>
            <a:off x="140421" y="1972228"/>
            <a:ext cx="111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u="sng" dirty="0"/>
              <a:t>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AD6000-07BD-FD37-45B1-67D16077E7E8}"/>
              </a:ext>
            </a:extLst>
          </p:cNvPr>
          <p:cNvSpPr txBox="1"/>
          <p:nvPr/>
        </p:nvSpPr>
        <p:spPr>
          <a:xfrm>
            <a:off x="4727388" y="1969065"/>
            <a:ext cx="111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u="sng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640616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13CF0-FC74-094E-118D-7DD0B3FF6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ADB501-BDD6-0271-4901-E6315B6AFC27}"/>
              </a:ext>
            </a:extLst>
          </p:cNvPr>
          <p:cNvSpPr txBox="1"/>
          <p:nvPr/>
        </p:nvSpPr>
        <p:spPr>
          <a:xfrm>
            <a:off x="322728" y="215758"/>
            <a:ext cx="1733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Instrument Sans SemiBold" panose="020B0604020202020204" charset="0"/>
              </a:rPr>
              <a:t>Basic Queries: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A56D0A-6B94-636C-1EBD-D75A59B2041F}"/>
              </a:ext>
            </a:extLst>
          </p:cNvPr>
          <p:cNvSpPr txBox="1"/>
          <p:nvPr/>
        </p:nvSpPr>
        <p:spPr>
          <a:xfrm>
            <a:off x="322728" y="776941"/>
            <a:ext cx="3406590" cy="1069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2A69AA"/>
                </a:solidFill>
              </a:rPr>
              <a:t>Basic Query 3 — Female members</a:t>
            </a:r>
          </a:p>
          <a:p>
            <a:r>
              <a:rPr lang="en-IN" sz="1000" dirty="0"/>
              <a:t>This query displays only members whose gender is Female.</a:t>
            </a:r>
          </a:p>
          <a:p>
            <a:r>
              <a:rPr lang="en-IN" sz="1050" dirty="0">
                <a:latin typeface="Consolas" panose="020B0609020204030204" pitchFamily="49" charset="0"/>
              </a:rPr>
              <a:t>SELECT name, gender</a:t>
            </a:r>
          </a:p>
          <a:p>
            <a:r>
              <a:rPr lang="en-IN" sz="1050" dirty="0">
                <a:latin typeface="Consolas" panose="020B0609020204030204" pitchFamily="49" charset="0"/>
              </a:rPr>
              <a:t>FROM Members</a:t>
            </a:r>
          </a:p>
          <a:p>
            <a:r>
              <a:rPr lang="en-IN" sz="1050" dirty="0">
                <a:latin typeface="Consolas" panose="020B0609020204030204" pitchFamily="49" charset="0"/>
              </a:rPr>
              <a:t>WHERE gender = 'Female';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0CE5E-18A9-EFE1-6978-C257DF5C87DA}"/>
              </a:ext>
            </a:extLst>
          </p:cNvPr>
          <p:cNvSpPr txBox="1"/>
          <p:nvPr/>
        </p:nvSpPr>
        <p:spPr>
          <a:xfrm>
            <a:off x="4727388" y="776941"/>
            <a:ext cx="416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2A69AA"/>
                </a:solidFill>
              </a:rPr>
              <a:t>Basic Query 4 — Plans above ₹5,000</a:t>
            </a:r>
          </a:p>
          <a:p>
            <a:endParaRPr lang="en-IN" sz="1200" b="1" dirty="0">
              <a:solidFill>
                <a:srgbClr val="2A69AA"/>
              </a:solidFill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SELECT </a:t>
            </a:r>
            <a:r>
              <a:rPr lang="en-IN" sz="1200" dirty="0" err="1">
                <a:latin typeface="Consolas" panose="020B0609020204030204" pitchFamily="49" charset="0"/>
              </a:rPr>
              <a:t>plan_name</a:t>
            </a:r>
            <a:r>
              <a:rPr lang="en-IN" sz="1200" dirty="0">
                <a:latin typeface="Consolas" panose="020B0609020204030204" pitchFamily="49" charset="0"/>
              </a:rPr>
              <a:t>, fee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FROM </a:t>
            </a:r>
            <a:r>
              <a:rPr lang="en-IN" sz="1200" dirty="0" err="1">
                <a:latin typeface="Consolas" panose="020B0609020204030204" pitchFamily="49" charset="0"/>
              </a:rPr>
              <a:t>Membership_Plans</a:t>
            </a:r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WHERE fee &gt; 5000;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9015CF-8BC6-1BD1-BEB0-5289B8A437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06"/>
          <a:stretch>
            <a:fillRect/>
          </a:stretch>
        </p:blipFill>
        <p:spPr>
          <a:xfrm>
            <a:off x="468024" y="2355272"/>
            <a:ext cx="2450667" cy="2239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DB735D-6091-9C2D-FFF8-780B41C20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098" y="2355272"/>
            <a:ext cx="2340316" cy="22392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B82177-4E9F-6F5D-B7B5-5E5E85041AC2}"/>
              </a:ext>
            </a:extLst>
          </p:cNvPr>
          <p:cNvSpPr txBox="1"/>
          <p:nvPr/>
        </p:nvSpPr>
        <p:spPr>
          <a:xfrm>
            <a:off x="4781175" y="2093662"/>
            <a:ext cx="111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u="sng" dirty="0"/>
              <a:t>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507F49-3381-1EB3-7F3A-837D9294E697}"/>
              </a:ext>
            </a:extLst>
          </p:cNvPr>
          <p:cNvSpPr txBox="1"/>
          <p:nvPr/>
        </p:nvSpPr>
        <p:spPr>
          <a:xfrm>
            <a:off x="382493" y="2160320"/>
            <a:ext cx="111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u="sng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524904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8A385-8564-6F71-E368-3EC274EE8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20C6E5-CDF7-08C0-E672-0CE126F0C79C}"/>
              </a:ext>
            </a:extLst>
          </p:cNvPr>
          <p:cNvSpPr txBox="1"/>
          <p:nvPr/>
        </p:nvSpPr>
        <p:spPr>
          <a:xfrm>
            <a:off x="322728" y="215758"/>
            <a:ext cx="1733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Instrument Sans SemiBold" panose="020B0604020202020204" charset="0"/>
              </a:rPr>
              <a:t>Basic Queries: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FA7A2-AE12-0624-2F96-66B51CDA97C3}"/>
              </a:ext>
            </a:extLst>
          </p:cNvPr>
          <p:cNvSpPr txBox="1"/>
          <p:nvPr/>
        </p:nvSpPr>
        <p:spPr>
          <a:xfrm>
            <a:off x="322728" y="776941"/>
            <a:ext cx="4607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2A69AA"/>
                </a:solidFill>
              </a:rPr>
              <a:t>Basic Query 5 — Sort plans by fee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SELECT </a:t>
            </a:r>
            <a:r>
              <a:rPr lang="en-IN" sz="1200" dirty="0" err="1">
                <a:latin typeface="Consolas" panose="020B0609020204030204" pitchFamily="49" charset="0"/>
              </a:rPr>
              <a:t>plan_name</a:t>
            </a:r>
            <a:r>
              <a:rPr lang="en-IN" sz="1200" dirty="0">
                <a:latin typeface="Consolas" panose="020B0609020204030204" pitchFamily="49" charset="0"/>
              </a:rPr>
              <a:t>, fee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FROM </a:t>
            </a:r>
            <a:r>
              <a:rPr lang="en-IN" sz="1200" dirty="0" err="1">
                <a:latin typeface="Consolas" panose="020B0609020204030204" pitchFamily="49" charset="0"/>
              </a:rPr>
              <a:t>Membership_Plans</a:t>
            </a:r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ORDER BY fee ASC;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8A819A-98EB-E8B3-37D2-6FFFD6E9019D}"/>
              </a:ext>
            </a:extLst>
          </p:cNvPr>
          <p:cNvSpPr txBox="1"/>
          <p:nvPr/>
        </p:nvSpPr>
        <p:spPr>
          <a:xfrm>
            <a:off x="4727388" y="776941"/>
            <a:ext cx="416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2A69AA"/>
                </a:solidFill>
              </a:rPr>
              <a:t>Basic Query 6 — Average membership fee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SELECT AVG(fee) AS </a:t>
            </a:r>
            <a:r>
              <a:rPr lang="en-IN" sz="1200" dirty="0" err="1">
                <a:latin typeface="Consolas" panose="020B0609020204030204" pitchFamily="49" charset="0"/>
              </a:rPr>
              <a:t>average_fee</a:t>
            </a:r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FROM </a:t>
            </a:r>
            <a:r>
              <a:rPr lang="en-IN" sz="1200" dirty="0" err="1">
                <a:latin typeface="Consolas" panose="020B0609020204030204" pitchFamily="49" charset="0"/>
              </a:rPr>
              <a:t>Membership_Plans</a:t>
            </a:r>
            <a:r>
              <a:rPr lang="en-IN" sz="1200" dirty="0"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8AC7C-3F9B-F612-8A7D-423476995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28" y="2145631"/>
            <a:ext cx="3547308" cy="25600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268116-03EA-6EF1-6A8E-09FC01C69D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48"/>
          <a:stretch>
            <a:fillRect/>
          </a:stretch>
        </p:blipFill>
        <p:spPr>
          <a:xfrm>
            <a:off x="4727388" y="2438400"/>
            <a:ext cx="2314575" cy="755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23ED63-0493-BF07-490E-C882184083E5}"/>
              </a:ext>
            </a:extLst>
          </p:cNvPr>
          <p:cNvSpPr txBox="1"/>
          <p:nvPr/>
        </p:nvSpPr>
        <p:spPr>
          <a:xfrm>
            <a:off x="227104" y="1884021"/>
            <a:ext cx="111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u="sng" dirty="0"/>
              <a:t>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985486-8F46-5B7E-E403-DB629A0775EC}"/>
              </a:ext>
            </a:extLst>
          </p:cNvPr>
          <p:cNvSpPr txBox="1"/>
          <p:nvPr/>
        </p:nvSpPr>
        <p:spPr>
          <a:xfrm>
            <a:off x="4715165" y="2238015"/>
            <a:ext cx="111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u="sng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642341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C67DA-7458-3D46-0681-92816D05F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383DF8-345F-D4C8-B30E-DE8962E9F398}"/>
              </a:ext>
            </a:extLst>
          </p:cNvPr>
          <p:cNvSpPr txBox="1"/>
          <p:nvPr/>
        </p:nvSpPr>
        <p:spPr>
          <a:xfrm>
            <a:off x="322728" y="215758"/>
            <a:ext cx="1733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Instrument Sans SemiBold" panose="020B0604020202020204" charset="0"/>
              </a:rPr>
              <a:t>Basic Queries: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F0F17E-35AA-7F79-C17E-5C9CE0470EF9}"/>
              </a:ext>
            </a:extLst>
          </p:cNvPr>
          <p:cNvSpPr txBox="1"/>
          <p:nvPr/>
        </p:nvSpPr>
        <p:spPr>
          <a:xfrm>
            <a:off x="322728" y="776941"/>
            <a:ext cx="82007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2A69AA"/>
                </a:solidFill>
              </a:rPr>
              <a:t>Basic Query 7 — Count members by gender</a:t>
            </a:r>
          </a:p>
          <a:p>
            <a:endParaRPr lang="en-IN" sz="1200" b="1" dirty="0">
              <a:solidFill>
                <a:srgbClr val="2A69AA"/>
              </a:solidFill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SELECT gender, COUNT(*) AS </a:t>
            </a:r>
            <a:r>
              <a:rPr lang="en-IN" sz="1200" dirty="0" err="1">
                <a:latin typeface="Consolas" panose="020B0609020204030204" pitchFamily="49" charset="0"/>
              </a:rPr>
              <a:t>member_count</a:t>
            </a:r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FROM Members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GROUP BY gender;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BCFE8D-2CF7-3DBB-0F2A-89A391494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28" y="2499625"/>
            <a:ext cx="3823071" cy="1585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C2465C-4202-74E0-2FC0-A85C981AA43B}"/>
              </a:ext>
            </a:extLst>
          </p:cNvPr>
          <p:cNvSpPr txBox="1"/>
          <p:nvPr/>
        </p:nvSpPr>
        <p:spPr>
          <a:xfrm>
            <a:off x="268940" y="2238015"/>
            <a:ext cx="111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u="sng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082666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A3121-F054-F963-747C-0CF66701A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C6F7D2-2AA2-5C94-6BF3-600C8F2371B2}"/>
              </a:ext>
            </a:extLst>
          </p:cNvPr>
          <p:cNvSpPr txBox="1"/>
          <p:nvPr/>
        </p:nvSpPr>
        <p:spPr>
          <a:xfrm>
            <a:off x="322728" y="215758"/>
            <a:ext cx="2493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Instrument Sans SemiBold" panose="020B0604020202020204" charset="0"/>
              </a:rPr>
              <a:t>Advanced Queries: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11CBE8-C3C9-9E48-5B24-BEFF5FFA21C2}"/>
              </a:ext>
            </a:extLst>
          </p:cNvPr>
          <p:cNvSpPr txBox="1"/>
          <p:nvPr/>
        </p:nvSpPr>
        <p:spPr>
          <a:xfrm>
            <a:off x="322728" y="776941"/>
            <a:ext cx="38982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rgbClr val="2A69AA"/>
                </a:solidFill>
              </a:rPr>
              <a:t>Query 8 — Display members with their membership plans</a:t>
            </a:r>
          </a:p>
          <a:p>
            <a:endParaRPr lang="en-IN" sz="1000" dirty="0"/>
          </a:p>
          <a:p>
            <a:r>
              <a:rPr lang="en-IN" sz="1000" dirty="0">
                <a:latin typeface="Consolas" panose="020B0609020204030204" pitchFamily="49" charset="0"/>
              </a:rPr>
              <a:t>SELECT m.name, </a:t>
            </a:r>
            <a:r>
              <a:rPr lang="en-IN" sz="1000" dirty="0" err="1">
                <a:latin typeface="Consolas" panose="020B0609020204030204" pitchFamily="49" charset="0"/>
              </a:rPr>
              <a:t>p.plan_name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>
                <a:latin typeface="Consolas" panose="020B0609020204030204" pitchFamily="49" charset="0"/>
              </a:rPr>
              <a:t>FROM Members m</a:t>
            </a:r>
          </a:p>
          <a:p>
            <a:r>
              <a:rPr lang="en-IN" sz="1000" dirty="0">
                <a:latin typeface="Consolas" panose="020B0609020204030204" pitchFamily="49" charset="0"/>
              </a:rPr>
              <a:t>JOIN Memberships </a:t>
            </a:r>
            <a:r>
              <a:rPr lang="en-IN" sz="1000" dirty="0" err="1">
                <a:latin typeface="Consolas" panose="020B0609020204030204" pitchFamily="49" charset="0"/>
              </a:rPr>
              <a:t>ms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>
                <a:latin typeface="Consolas" panose="020B0609020204030204" pitchFamily="49" charset="0"/>
              </a:rPr>
              <a:t>ON </a:t>
            </a:r>
            <a:r>
              <a:rPr lang="en-IN" sz="1000" dirty="0" err="1">
                <a:latin typeface="Consolas" panose="020B0609020204030204" pitchFamily="49" charset="0"/>
              </a:rPr>
              <a:t>m.member_id</a:t>
            </a:r>
            <a:r>
              <a:rPr lang="en-IN" sz="1000" dirty="0">
                <a:latin typeface="Consolas" panose="020B0609020204030204" pitchFamily="49" charset="0"/>
              </a:rPr>
              <a:t> = </a:t>
            </a:r>
            <a:r>
              <a:rPr lang="en-IN" sz="1000" dirty="0" err="1">
                <a:latin typeface="Consolas" panose="020B0609020204030204" pitchFamily="49" charset="0"/>
              </a:rPr>
              <a:t>ms.member_id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>
                <a:latin typeface="Consolas" panose="020B0609020204030204" pitchFamily="49" charset="0"/>
              </a:rPr>
              <a:t>JOIN </a:t>
            </a:r>
            <a:r>
              <a:rPr lang="en-IN" sz="1000" dirty="0" err="1">
                <a:latin typeface="Consolas" panose="020B0609020204030204" pitchFamily="49" charset="0"/>
              </a:rPr>
              <a:t>Membership_Plans</a:t>
            </a:r>
            <a:r>
              <a:rPr lang="en-IN" sz="1000" dirty="0">
                <a:latin typeface="Consolas" panose="020B0609020204030204" pitchFamily="49" charset="0"/>
              </a:rPr>
              <a:t> p</a:t>
            </a:r>
          </a:p>
          <a:p>
            <a:r>
              <a:rPr lang="en-IN" sz="1000" dirty="0">
                <a:latin typeface="Consolas" panose="020B0609020204030204" pitchFamily="49" charset="0"/>
              </a:rPr>
              <a:t>ON </a:t>
            </a:r>
            <a:r>
              <a:rPr lang="en-IN" sz="1000" dirty="0" err="1">
                <a:latin typeface="Consolas" panose="020B0609020204030204" pitchFamily="49" charset="0"/>
              </a:rPr>
              <a:t>ms.plan_id</a:t>
            </a:r>
            <a:r>
              <a:rPr lang="en-IN" sz="1000" dirty="0">
                <a:latin typeface="Consolas" panose="020B0609020204030204" pitchFamily="49" charset="0"/>
              </a:rPr>
              <a:t> = </a:t>
            </a:r>
            <a:r>
              <a:rPr lang="en-IN" sz="1000" dirty="0" err="1">
                <a:latin typeface="Consolas" panose="020B0609020204030204" pitchFamily="49" charset="0"/>
              </a:rPr>
              <a:t>p.plan_id</a:t>
            </a:r>
            <a:r>
              <a:rPr lang="en-IN" sz="1000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F901D-F956-FBEA-A073-1135D8CE1730}"/>
              </a:ext>
            </a:extLst>
          </p:cNvPr>
          <p:cNvSpPr txBox="1"/>
          <p:nvPr/>
        </p:nvSpPr>
        <p:spPr>
          <a:xfrm>
            <a:off x="4727388" y="776941"/>
            <a:ext cx="416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rgbClr val="2A69AA"/>
                </a:solidFill>
              </a:rPr>
              <a:t>Query 9 — Display active members and their plans</a:t>
            </a:r>
          </a:p>
          <a:p>
            <a:endParaRPr lang="en-IN" sz="1000" dirty="0"/>
          </a:p>
          <a:p>
            <a:r>
              <a:rPr lang="en-IN" sz="1000" dirty="0">
                <a:latin typeface="Consolas" panose="020B0609020204030204" pitchFamily="49" charset="0"/>
              </a:rPr>
              <a:t>SELECT m.name, </a:t>
            </a:r>
            <a:r>
              <a:rPr lang="en-IN" sz="1000" dirty="0" err="1">
                <a:latin typeface="Consolas" panose="020B0609020204030204" pitchFamily="49" charset="0"/>
              </a:rPr>
              <a:t>p.plan_name</a:t>
            </a:r>
            <a:r>
              <a:rPr lang="en-IN" sz="1000" dirty="0">
                <a:latin typeface="Consolas" panose="020B0609020204030204" pitchFamily="49" charset="0"/>
              </a:rPr>
              <a:t>, </a:t>
            </a:r>
            <a:r>
              <a:rPr lang="en-IN" sz="1000" dirty="0" err="1">
                <a:latin typeface="Consolas" panose="020B0609020204030204" pitchFamily="49" charset="0"/>
              </a:rPr>
              <a:t>ms.status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>
                <a:latin typeface="Consolas" panose="020B0609020204030204" pitchFamily="49" charset="0"/>
              </a:rPr>
              <a:t>FROM Members m</a:t>
            </a:r>
          </a:p>
          <a:p>
            <a:r>
              <a:rPr lang="en-IN" sz="1000" dirty="0">
                <a:latin typeface="Consolas" panose="020B0609020204030204" pitchFamily="49" charset="0"/>
              </a:rPr>
              <a:t>JOIN Memberships </a:t>
            </a:r>
            <a:r>
              <a:rPr lang="en-IN" sz="1000" dirty="0" err="1">
                <a:latin typeface="Consolas" panose="020B0609020204030204" pitchFamily="49" charset="0"/>
              </a:rPr>
              <a:t>ms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>
                <a:latin typeface="Consolas" panose="020B0609020204030204" pitchFamily="49" charset="0"/>
              </a:rPr>
              <a:t>ON </a:t>
            </a:r>
            <a:r>
              <a:rPr lang="en-IN" sz="1000" dirty="0" err="1">
                <a:latin typeface="Consolas" panose="020B0609020204030204" pitchFamily="49" charset="0"/>
              </a:rPr>
              <a:t>m.member_id</a:t>
            </a:r>
            <a:r>
              <a:rPr lang="en-IN" sz="1000" dirty="0">
                <a:latin typeface="Consolas" panose="020B0609020204030204" pitchFamily="49" charset="0"/>
              </a:rPr>
              <a:t> = </a:t>
            </a:r>
            <a:r>
              <a:rPr lang="en-IN" sz="1000" dirty="0" err="1">
                <a:latin typeface="Consolas" panose="020B0609020204030204" pitchFamily="49" charset="0"/>
              </a:rPr>
              <a:t>ms.member_id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>
                <a:latin typeface="Consolas" panose="020B0609020204030204" pitchFamily="49" charset="0"/>
              </a:rPr>
              <a:t>JOIN </a:t>
            </a:r>
            <a:r>
              <a:rPr lang="en-IN" sz="1000" dirty="0" err="1">
                <a:latin typeface="Consolas" panose="020B0609020204030204" pitchFamily="49" charset="0"/>
              </a:rPr>
              <a:t>Membership_Plans</a:t>
            </a:r>
            <a:r>
              <a:rPr lang="en-IN" sz="1000" dirty="0">
                <a:latin typeface="Consolas" panose="020B0609020204030204" pitchFamily="49" charset="0"/>
              </a:rPr>
              <a:t> p</a:t>
            </a:r>
          </a:p>
          <a:p>
            <a:r>
              <a:rPr lang="en-IN" sz="1000" dirty="0">
                <a:latin typeface="Consolas" panose="020B0609020204030204" pitchFamily="49" charset="0"/>
              </a:rPr>
              <a:t>ON </a:t>
            </a:r>
            <a:r>
              <a:rPr lang="en-IN" sz="1000" dirty="0" err="1">
                <a:latin typeface="Consolas" panose="020B0609020204030204" pitchFamily="49" charset="0"/>
              </a:rPr>
              <a:t>ms.plan_id</a:t>
            </a:r>
            <a:r>
              <a:rPr lang="en-IN" sz="1000" dirty="0">
                <a:latin typeface="Consolas" panose="020B0609020204030204" pitchFamily="49" charset="0"/>
              </a:rPr>
              <a:t> = </a:t>
            </a:r>
            <a:r>
              <a:rPr lang="en-IN" sz="1000" dirty="0" err="1">
                <a:latin typeface="Consolas" panose="020B0609020204030204" pitchFamily="49" charset="0"/>
              </a:rPr>
              <a:t>p.plan_id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>
                <a:latin typeface="Consolas" panose="020B0609020204030204" pitchFamily="49" charset="0"/>
              </a:rPr>
              <a:t>WHERE </a:t>
            </a:r>
            <a:r>
              <a:rPr lang="en-IN" sz="1000" dirty="0" err="1">
                <a:latin typeface="Consolas" panose="020B0609020204030204" pitchFamily="49" charset="0"/>
              </a:rPr>
              <a:t>ms.status</a:t>
            </a:r>
            <a:r>
              <a:rPr lang="en-IN" sz="1000" dirty="0">
                <a:latin typeface="Consolas" panose="020B0609020204030204" pitchFamily="49" charset="0"/>
              </a:rPr>
              <a:t> = 'Active';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7B3B83-3E38-68FD-890C-222FCA0E19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32"/>
          <a:stretch>
            <a:fillRect/>
          </a:stretch>
        </p:blipFill>
        <p:spPr>
          <a:xfrm>
            <a:off x="322728" y="2423036"/>
            <a:ext cx="3536806" cy="2421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EDB3DB-AA77-041C-6234-CE7BC17F4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785" y="2506292"/>
            <a:ext cx="3204631" cy="23559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D8041C-0E33-DD43-3337-C67FF0A5D95B}"/>
              </a:ext>
            </a:extLst>
          </p:cNvPr>
          <p:cNvSpPr txBox="1"/>
          <p:nvPr/>
        </p:nvSpPr>
        <p:spPr>
          <a:xfrm>
            <a:off x="4781785" y="2244682"/>
            <a:ext cx="111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u="sng" dirty="0"/>
              <a:t>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524925-B54E-A754-B886-A0D036DD5DB3}"/>
              </a:ext>
            </a:extLst>
          </p:cNvPr>
          <p:cNvSpPr txBox="1"/>
          <p:nvPr/>
        </p:nvSpPr>
        <p:spPr>
          <a:xfrm>
            <a:off x="322728" y="2161426"/>
            <a:ext cx="111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u="sng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955611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58CA5-A491-0BFF-4CE3-0828B4DDA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F17F3B-DEC4-48E9-8E2D-1A3A87DE50CB}"/>
              </a:ext>
            </a:extLst>
          </p:cNvPr>
          <p:cNvSpPr txBox="1"/>
          <p:nvPr/>
        </p:nvSpPr>
        <p:spPr>
          <a:xfrm>
            <a:off x="322728" y="215758"/>
            <a:ext cx="2493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Instrument Sans SemiBold" panose="020B0604020202020204" charset="0"/>
              </a:rPr>
              <a:t>Advanced Queries: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7BCC9C-D574-0480-0A80-A8C106A7FFFA}"/>
              </a:ext>
            </a:extLst>
          </p:cNvPr>
          <p:cNvSpPr txBox="1"/>
          <p:nvPr/>
        </p:nvSpPr>
        <p:spPr>
          <a:xfrm>
            <a:off x="322728" y="776941"/>
            <a:ext cx="38982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rgbClr val="2A69AA"/>
                </a:solidFill>
              </a:rPr>
              <a:t>Query 10 — Display members with their trainers</a:t>
            </a:r>
          </a:p>
          <a:p>
            <a:endParaRPr lang="en-IN" sz="1000" dirty="0"/>
          </a:p>
          <a:p>
            <a:r>
              <a:rPr lang="en-IN" sz="1000" dirty="0">
                <a:latin typeface="Consolas" panose="020B0609020204030204" pitchFamily="49" charset="0"/>
              </a:rPr>
              <a:t>SELECT m.name, </a:t>
            </a:r>
            <a:r>
              <a:rPr lang="en-IN" sz="1000" dirty="0" err="1">
                <a:latin typeface="Consolas" panose="020B0609020204030204" pitchFamily="49" charset="0"/>
              </a:rPr>
              <a:t>t.trainer_name</a:t>
            </a:r>
            <a:r>
              <a:rPr lang="en-IN" sz="1000" dirty="0">
                <a:latin typeface="Consolas" panose="020B0609020204030204" pitchFamily="49" charset="0"/>
              </a:rPr>
              <a:t>, </a:t>
            </a:r>
            <a:r>
              <a:rPr lang="en-IN" sz="1000" dirty="0" err="1">
                <a:latin typeface="Consolas" panose="020B0609020204030204" pitchFamily="49" charset="0"/>
              </a:rPr>
              <a:t>t.specialization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>
                <a:latin typeface="Consolas" panose="020B0609020204030204" pitchFamily="49" charset="0"/>
              </a:rPr>
              <a:t>FROM Members m</a:t>
            </a:r>
          </a:p>
          <a:p>
            <a:r>
              <a:rPr lang="en-IN" sz="1000" dirty="0">
                <a:latin typeface="Consolas" panose="020B0609020204030204" pitchFamily="49" charset="0"/>
              </a:rPr>
              <a:t>JOIN Memberships </a:t>
            </a:r>
            <a:r>
              <a:rPr lang="en-IN" sz="1000" dirty="0" err="1">
                <a:latin typeface="Consolas" panose="020B0609020204030204" pitchFamily="49" charset="0"/>
              </a:rPr>
              <a:t>ms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>
                <a:latin typeface="Consolas" panose="020B0609020204030204" pitchFamily="49" charset="0"/>
              </a:rPr>
              <a:t>ON </a:t>
            </a:r>
            <a:r>
              <a:rPr lang="en-IN" sz="1000" dirty="0" err="1">
                <a:latin typeface="Consolas" panose="020B0609020204030204" pitchFamily="49" charset="0"/>
              </a:rPr>
              <a:t>m.member_id</a:t>
            </a:r>
            <a:r>
              <a:rPr lang="en-IN" sz="1000" dirty="0">
                <a:latin typeface="Consolas" panose="020B0609020204030204" pitchFamily="49" charset="0"/>
              </a:rPr>
              <a:t> = </a:t>
            </a:r>
            <a:r>
              <a:rPr lang="en-IN" sz="1000" dirty="0" err="1">
                <a:latin typeface="Consolas" panose="020B0609020204030204" pitchFamily="49" charset="0"/>
              </a:rPr>
              <a:t>ms.member_id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>
                <a:latin typeface="Consolas" panose="020B0609020204030204" pitchFamily="49" charset="0"/>
              </a:rPr>
              <a:t>JOIN Trainers t</a:t>
            </a:r>
          </a:p>
          <a:p>
            <a:r>
              <a:rPr lang="en-IN" sz="1000" dirty="0">
                <a:latin typeface="Consolas" panose="020B0609020204030204" pitchFamily="49" charset="0"/>
              </a:rPr>
              <a:t>ON </a:t>
            </a:r>
            <a:r>
              <a:rPr lang="en-IN" sz="1000" dirty="0" err="1">
                <a:latin typeface="Consolas" panose="020B0609020204030204" pitchFamily="49" charset="0"/>
              </a:rPr>
              <a:t>ms.trainer_id</a:t>
            </a:r>
            <a:r>
              <a:rPr lang="en-IN" sz="1000" dirty="0">
                <a:latin typeface="Consolas" panose="020B0609020204030204" pitchFamily="49" charset="0"/>
              </a:rPr>
              <a:t> = </a:t>
            </a:r>
            <a:r>
              <a:rPr lang="en-IN" sz="1000" dirty="0" err="1">
                <a:latin typeface="Consolas" panose="020B0609020204030204" pitchFamily="49" charset="0"/>
              </a:rPr>
              <a:t>t.trainer_id</a:t>
            </a:r>
            <a:r>
              <a:rPr lang="en-IN" sz="1000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86713E-763E-5D1E-7177-3D267DA51D48}"/>
              </a:ext>
            </a:extLst>
          </p:cNvPr>
          <p:cNvSpPr txBox="1"/>
          <p:nvPr/>
        </p:nvSpPr>
        <p:spPr>
          <a:xfrm>
            <a:off x="4727388" y="776941"/>
            <a:ext cx="416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rgbClr val="2A69AA"/>
                </a:solidFill>
              </a:rPr>
              <a:t>Query 11 — Find trainers assigned to more than one member</a:t>
            </a:r>
          </a:p>
          <a:p>
            <a:endParaRPr lang="en-IN" sz="1000" dirty="0"/>
          </a:p>
          <a:p>
            <a:r>
              <a:rPr lang="en-IN" sz="1000" dirty="0">
                <a:latin typeface="Consolas" panose="020B0609020204030204" pitchFamily="49" charset="0"/>
              </a:rPr>
              <a:t>SELECT </a:t>
            </a:r>
            <a:r>
              <a:rPr lang="en-IN" sz="1000" dirty="0" err="1">
                <a:latin typeface="Consolas" panose="020B0609020204030204" pitchFamily="49" charset="0"/>
              </a:rPr>
              <a:t>t.trainer_name</a:t>
            </a:r>
            <a:r>
              <a:rPr lang="en-IN" sz="1000" dirty="0">
                <a:latin typeface="Consolas" panose="020B0609020204030204" pitchFamily="49" charset="0"/>
              </a:rPr>
              <a:t>, COUNT(</a:t>
            </a:r>
            <a:r>
              <a:rPr lang="en-IN" sz="1000" dirty="0" err="1">
                <a:latin typeface="Consolas" panose="020B0609020204030204" pitchFamily="49" charset="0"/>
              </a:rPr>
              <a:t>ms.member_id</a:t>
            </a:r>
            <a:r>
              <a:rPr lang="en-IN" sz="1000" dirty="0">
                <a:latin typeface="Consolas" panose="020B0609020204030204" pitchFamily="49" charset="0"/>
              </a:rPr>
              <a:t>) AS </a:t>
            </a:r>
            <a:r>
              <a:rPr lang="en-IN" sz="1000" dirty="0" err="1">
                <a:latin typeface="Consolas" panose="020B0609020204030204" pitchFamily="49" charset="0"/>
              </a:rPr>
              <a:t>member_count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>
                <a:latin typeface="Consolas" panose="020B0609020204030204" pitchFamily="49" charset="0"/>
              </a:rPr>
              <a:t>FROM Trainers t</a:t>
            </a:r>
          </a:p>
          <a:p>
            <a:r>
              <a:rPr lang="en-IN" sz="1000" dirty="0">
                <a:latin typeface="Consolas" panose="020B0609020204030204" pitchFamily="49" charset="0"/>
              </a:rPr>
              <a:t>JOIN Memberships </a:t>
            </a:r>
            <a:r>
              <a:rPr lang="en-IN" sz="1000" dirty="0" err="1">
                <a:latin typeface="Consolas" panose="020B0609020204030204" pitchFamily="49" charset="0"/>
              </a:rPr>
              <a:t>ms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>
                <a:latin typeface="Consolas" panose="020B0609020204030204" pitchFamily="49" charset="0"/>
              </a:rPr>
              <a:t>ON </a:t>
            </a:r>
            <a:r>
              <a:rPr lang="en-IN" sz="1000" dirty="0" err="1">
                <a:latin typeface="Consolas" panose="020B0609020204030204" pitchFamily="49" charset="0"/>
              </a:rPr>
              <a:t>t.trainer_id</a:t>
            </a:r>
            <a:r>
              <a:rPr lang="en-IN" sz="1000" dirty="0">
                <a:latin typeface="Consolas" panose="020B0609020204030204" pitchFamily="49" charset="0"/>
              </a:rPr>
              <a:t> = </a:t>
            </a:r>
            <a:r>
              <a:rPr lang="en-IN" sz="1000" dirty="0" err="1">
                <a:latin typeface="Consolas" panose="020B0609020204030204" pitchFamily="49" charset="0"/>
              </a:rPr>
              <a:t>ms.trainer_id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>
                <a:latin typeface="Consolas" panose="020B0609020204030204" pitchFamily="49" charset="0"/>
              </a:rPr>
              <a:t>GROUP BY </a:t>
            </a:r>
            <a:r>
              <a:rPr lang="en-IN" sz="1000" dirty="0" err="1">
                <a:latin typeface="Consolas" panose="020B0609020204030204" pitchFamily="49" charset="0"/>
              </a:rPr>
              <a:t>t.trainer_name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>
                <a:latin typeface="Consolas" panose="020B0609020204030204" pitchFamily="49" charset="0"/>
              </a:rPr>
              <a:t>HAVING COUNT(</a:t>
            </a:r>
            <a:r>
              <a:rPr lang="en-IN" sz="1000" dirty="0" err="1">
                <a:latin typeface="Consolas" panose="020B0609020204030204" pitchFamily="49" charset="0"/>
              </a:rPr>
              <a:t>ms.member_id</a:t>
            </a:r>
            <a:r>
              <a:rPr lang="en-IN" sz="1000" dirty="0">
                <a:latin typeface="Consolas" panose="020B0609020204030204" pitchFamily="49" charset="0"/>
              </a:rPr>
              <a:t>) &gt; 1;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91935F-B58A-E187-6A6B-99B7F06D9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28" y="2571750"/>
            <a:ext cx="3159072" cy="23083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E2D902-7D4F-69D8-EF60-AA100E399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388" y="2889232"/>
            <a:ext cx="2365516" cy="4841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531DC1-1EE6-AA97-64C4-551A6FE35D80}"/>
              </a:ext>
            </a:extLst>
          </p:cNvPr>
          <p:cNvSpPr txBox="1"/>
          <p:nvPr/>
        </p:nvSpPr>
        <p:spPr>
          <a:xfrm>
            <a:off x="4727388" y="2627622"/>
            <a:ext cx="111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u="sng" dirty="0"/>
              <a:t>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889064-BA38-5ED5-67B3-6102EFEFE652}"/>
              </a:ext>
            </a:extLst>
          </p:cNvPr>
          <p:cNvSpPr txBox="1"/>
          <p:nvPr/>
        </p:nvSpPr>
        <p:spPr>
          <a:xfrm>
            <a:off x="251012" y="2254269"/>
            <a:ext cx="111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u="sng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862092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8167-CC15-125B-8804-C2FEC614A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0B7618-4FCB-3EEC-5AB6-24905D48ADEB}"/>
              </a:ext>
            </a:extLst>
          </p:cNvPr>
          <p:cNvSpPr txBox="1"/>
          <p:nvPr/>
        </p:nvSpPr>
        <p:spPr>
          <a:xfrm>
            <a:off x="322728" y="215758"/>
            <a:ext cx="2493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Instrument Sans SemiBold" panose="020B0604020202020204" charset="0"/>
              </a:rPr>
              <a:t>Advanced Queries: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4AC2AF-0FA3-0E2C-620E-48B46C2EA7FA}"/>
              </a:ext>
            </a:extLst>
          </p:cNvPr>
          <p:cNvSpPr txBox="1"/>
          <p:nvPr/>
        </p:nvSpPr>
        <p:spPr>
          <a:xfrm>
            <a:off x="165446" y="776941"/>
            <a:ext cx="530246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rgbClr val="2A69AA"/>
                </a:solidFill>
              </a:rPr>
              <a:t>Query 12 — Find members paying more than the average payment</a:t>
            </a:r>
          </a:p>
          <a:p>
            <a:endParaRPr lang="en-IN" sz="800" b="1" dirty="0"/>
          </a:p>
          <a:p>
            <a:r>
              <a:rPr lang="en-IN" sz="800" dirty="0">
                <a:latin typeface="Consolas" panose="020B0609020204030204" pitchFamily="49" charset="0"/>
              </a:rPr>
              <a:t>SELECT m.name, </a:t>
            </a:r>
            <a:r>
              <a:rPr lang="en-IN" sz="800" dirty="0" err="1">
                <a:latin typeface="Consolas" panose="020B0609020204030204" pitchFamily="49" charset="0"/>
              </a:rPr>
              <a:t>p.amount</a:t>
            </a:r>
            <a:endParaRPr lang="en-IN" sz="800" dirty="0">
              <a:latin typeface="Consolas" panose="020B0609020204030204" pitchFamily="49" charset="0"/>
            </a:endParaRPr>
          </a:p>
          <a:p>
            <a:r>
              <a:rPr lang="en-IN" sz="800" dirty="0">
                <a:latin typeface="Consolas" panose="020B0609020204030204" pitchFamily="49" charset="0"/>
              </a:rPr>
              <a:t>FROM Members m</a:t>
            </a:r>
          </a:p>
          <a:p>
            <a:r>
              <a:rPr lang="en-IN" sz="800" dirty="0">
                <a:latin typeface="Consolas" panose="020B0609020204030204" pitchFamily="49" charset="0"/>
              </a:rPr>
              <a:t>JOIN Memberships </a:t>
            </a:r>
            <a:r>
              <a:rPr lang="en-IN" sz="800" dirty="0" err="1">
                <a:latin typeface="Consolas" panose="020B0609020204030204" pitchFamily="49" charset="0"/>
              </a:rPr>
              <a:t>ms</a:t>
            </a:r>
            <a:endParaRPr lang="en-IN" sz="800" dirty="0">
              <a:latin typeface="Consolas" panose="020B0609020204030204" pitchFamily="49" charset="0"/>
            </a:endParaRPr>
          </a:p>
          <a:p>
            <a:r>
              <a:rPr lang="en-IN" sz="800" dirty="0">
                <a:latin typeface="Consolas" panose="020B0609020204030204" pitchFamily="49" charset="0"/>
              </a:rPr>
              <a:t>ON </a:t>
            </a:r>
            <a:r>
              <a:rPr lang="en-IN" sz="800" dirty="0" err="1">
                <a:latin typeface="Consolas" panose="020B0609020204030204" pitchFamily="49" charset="0"/>
              </a:rPr>
              <a:t>m.member_id</a:t>
            </a:r>
            <a:r>
              <a:rPr lang="en-IN" sz="800" dirty="0">
                <a:latin typeface="Consolas" panose="020B0609020204030204" pitchFamily="49" charset="0"/>
              </a:rPr>
              <a:t> = </a:t>
            </a:r>
            <a:r>
              <a:rPr lang="en-IN" sz="800" dirty="0" err="1">
                <a:latin typeface="Consolas" panose="020B0609020204030204" pitchFamily="49" charset="0"/>
              </a:rPr>
              <a:t>ms.member_id</a:t>
            </a:r>
            <a:endParaRPr lang="en-IN" sz="800" dirty="0">
              <a:latin typeface="Consolas" panose="020B0609020204030204" pitchFamily="49" charset="0"/>
            </a:endParaRPr>
          </a:p>
          <a:p>
            <a:r>
              <a:rPr lang="en-IN" sz="800" dirty="0">
                <a:latin typeface="Consolas" panose="020B0609020204030204" pitchFamily="49" charset="0"/>
              </a:rPr>
              <a:t>JOIN Payments p</a:t>
            </a:r>
          </a:p>
          <a:p>
            <a:r>
              <a:rPr lang="en-IN" sz="800" dirty="0">
                <a:latin typeface="Consolas" panose="020B0609020204030204" pitchFamily="49" charset="0"/>
              </a:rPr>
              <a:t>ON </a:t>
            </a:r>
            <a:r>
              <a:rPr lang="en-IN" sz="800" dirty="0" err="1">
                <a:latin typeface="Consolas" panose="020B0609020204030204" pitchFamily="49" charset="0"/>
              </a:rPr>
              <a:t>ms.membership_id</a:t>
            </a:r>
            <a:r>
              <a:rPr lang="en-IN" sz="800" dirty="0">
                <a:latin typeface="Consolas" panose="020B0609020204030204" pitchFamily="49" charset="0"/>
              </a:rPr>
              <a:t> = </a:t>
            </a:r>
            <a:r>
              <a:rPr lang="en-IN" sz="800" dirty="0" err="1">
                <a:latin typeface="Consolas" panose="020B0609020204030204" pitchFamily="49" charset="0"/>
              </a:rPr>
              <a:t>p.membership_id</a:t>
            </a:r>
            <a:endParaRPr lang="en-IN" sz="800" dirty="0">
              <a:latin typeface="Consolas" panose="020B0609020204030204" pitchFamily="49" charset="0"/>
            </a:endParaRPr>
          </a:p>
          <a:p>
            <a:r>
              <a:rPr lang="en-IN" sz="800" dirty="0">
                <a:latin typeface="Consolas" panose="020B0609020204030204" pitchFamily="49" charset="0"/>
              </a:rPr>
              <a:t>WHERE </a:t>
            </a:r>
            <a:r>
              <a:rPr lang="en-IN" sz="800" dirty="0" err="1">
                <a:latin typeface="Consolas" panose="020B0609020204030204" pitchFamily="49" charset="0"/>
              </a:rPr>
              <a:t>p.amount</a:t>
            </a:r>
            <a:r>
              <a:rPr lang="en-IN" sz="800" dirty="0">
                <a:latin typeface="Consolas" panose="020B0609020204030204" pitchFamily="49" charset="0"/>
              </a:rPr>
              <a:t> &gt; (</a:t>
            </a:r>
          </a:p>
          <a:p>
            <a:r>
              <a:rPr lang="en-IN" sz="800" dirty="0">
                <a:latin typeface="Consolas" panose="020B0609020204030204" pitchFamily="49" charset="0"/>
              </a:rPr>
              <a:t>    SELECT AVG(amount)</a:t>
            </a:r>
          </a:p>
          <a:p>
            <a:r>
              <a:rPr lang="en-IN" sz="800" dirty="0">
                <a:latin typeface="Consolas" panose="020B0609020204030204" pitchFamily="49" charset="0"/>
              </a:rPr>
              <a:t>    FROM Payments</a:t>
            </a:r>
          </a:p>
          <a:p>
            <a:r>
              <a:rPr lang="en-IN" sz="8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D7B69-E63B-6A33-0207-5DAAABC31FEF}"/>
              </a:ext>
            </a:extLst>
          </p:cNvPr>
          <p:cNvSpPr txBox="1"/>
          <p:nvPr/>
        </p:nvSpPr>
        <p:spPr>
          <a:xfrm>
            <a:off x="4978400" y="776941"/>
            <a:ext cx="4165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rgbClr val="2A69AA"/>
                </a:solidFill>
              </a:rPr>
              <a:t>Query 13 — Find the highest membership fee</a:t>
            </a:r>
            <a:r>
              <a:rPr lang="en-IN" sz="1000" dirty="0">
                <a:solidFill>
                  <a:srgbClr val="2A69AA"/>
                </a:solidFill>
              </a:rPr>
              <a:t>.</a:t>
            </a:r>
          </a:p>
          <a:p>
            <a:endParaRPr lang="en-IN" sz="1000" dirty="0"/>
          </a:p>
          <a:p>
            <a:r>
              <a:rPr lang="en-IN" sz="1000" dirty="0">
                <a:latin typeface="Consolas" panose="020B0609020204030204" pitchFamily="49" charset="0"/>
              </a:rPr>
              <a:t>SELECT </a:t>
            </a:r>
            <a:r>
              <a:rPr lang="en-IN" sz="1000" dirty="0" err="1">
                <a:latin typeface="Consolas" panose="020B0609020204030204" pitchFamily="49" charset="0"/>
              </a:rPr>
              <a:t>plan_name</a:t>
            </a:r>
            <a:r>
              <a:rPr lang="en-IN" sz="1000" dirty="0">
                <a:latin typeface="Consolas" panose="020B0609020204030204" pitchFamily="49" charset="0"/>
              </a:rPr>
              <a:t>, fee</a:t>
            </a:r>
          </a:p>
          <a:p>
            <a:r>
              <a:rPr lang="en-IN" sz="1000" dirty="0">
                <a:latin typeface="Consolas" panose="020B0609020204030204" pitchFamily="49" charset="0"/>
              </a:rPr>
              <a:t>FROM </a:t>
            </a:r>
            <a:r>
              <a:rPr lang="en-IN" sz="1000" dirty="0" err="1">
                <a:latin typeface="Consolas" panose="020B0609020204030204" pitchFamily="49" charset="0"/>
              </a:rPr>
              <a:t>Membership_Plans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>
                <a:latin typeface="Consolas" panose="020B0609020204030204" pitchFamily="49" charset="0"/>
              </a:rPr>
              <a:t>WHERE fee = (</a:t>
            </a:r>
          </a:p>
          <a:p>
            <a:r>
              <a:rPr lang="en-IN" sz="1000" dirty="0">
                <a:latin typeface="Consolas" panose="020B0609020204030204" pitchFamily="49" charset="0"/>
              </a:rPr>
              <a:t>    SELECT MAX(fee)</a:t>
            </a:r>
          </a:p>
          <a:p>
            <a:r>
              <a:rPr lang="en-IN" sz="1000" dirty="0">
                <a:latin typeface="Consolas" panose="020B0609020204030204" pitchFamily="49" charset="0"/>
              </a:rPr>
              <a:t>    FROM </a:t>
            </a:r>
            <a:r>
              <a:rPr lang="en-IN" sz="1000" dirty="0" err="1">
                <a:latin typeface="Consolas" panose="020B0609020204030204" pitchFamily="49" charset="0"/>
              </a:rPr>
              <a:t>Membership_Plans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826EBA-2BB3-8054-5E82-42E7B21AB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28" y="2766122"/>
            <a:ext cx="2338681" cy="21616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991849-EC79-A686-9F04-E1E523623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0" y="2766122"/>
            <a:ext cx="2551112" cy="9492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8EB490-EE4A-A825-5BB6-DCDD870E551F}"/>
              </a:ext>
            </a:extLst>
          </p:cNvPr>
          <p:cNvSpPr txBox="1"/>
          <p:nvPr/>
        </p:nvSpPr>
        <p:spPr>
          <a:xfrm>
            <a:off x="4909110" y="2489123"/>
            <a:ext cx="111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u="sng" dirty="0"/>
              <a:t>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12EBE2-99C0-25E9-302B-AE9D51CD61AA}"/>
              </a:ext>
            </a:extLst>
          </p:cNvPr>
          <p:cNvSpPr txBox="1"/>
          <p:nvPr/>
        </p:nvSpPr>
        <p:spPr>
          <a:xfrm>
            <a:off x="245035" y="2497502"/>
            <a:ext cx="111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u="sng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056672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10154-B306-8627-5C88-8DDB0BF37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FE8EF0-DAC3-E227-987A-FA988924DB38}"/>
              </a:ext>
            </a:extLst>
          </p:cNvPr>
          <p:cNvSpPr txBox="1"/>
          <p:nvPr/>
        </p:nvSpPr>
        <p:spPr>
          <a:xfrm>
            <a:off x="165446" y="63020"/>
            <a:ext cx="2493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Instrument Sans SemiBold" panose="020B0604020202020204" charset="0"/>
              </a:rPr>
              <a:t>Advanced Queries: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3AEBF-DC6D-63A9-AB6D-3B7CBA6E2BF9}"/>
              </a:ext>
            </a:extLst>
          </p:cNvPr>
          <p:cNvSpPr txBox="1"/>
          <p:nvPr/>
        </p:nvSpPr>
        <p:spPr>
          <a:xfrm>
            <a:off x="165446" y="617018"/>
            <a:ext cx="416560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rgbClr val="2A69AA"/>
                </a:solidFill>
              </a:rPr>
              <a:t>Query 14 — Display members who attended the gym</a:t>
            </a:r>
          </a:p>
          <a:p>
            <a:endParaRPr lang="en-IN" sz="1000" dirty="0"/>
          </a:p>
          <a:p>
            <a:r>
              <a:rPr lang="en-IN" sz="800" dirty="0">
                <a:latin typeface="Consolas" panose="020B0609020204030204" pitchFamily="49" charset="0"/>
              </a:rPr>
              <a:t>SELECT name</a:t>
            </a:r>
          </a:p>
          <a:p>
            <a:r>
              <a:rPr lang="en-IN" sz="800" dirty="0">
                <a:latin typeface="Consolas" panose="020B0609020204030204" pitchFamily="49" charset="0"/>
              </a:rPr>
              <a:t>FROM Members</a:t>
            </a:r>
          </a:p>
          <a:p>
            <a:r>
              <a:rPr lang="en-IN" sz="800" dirty="0">
                <a:latin typeface="Consolas" panose="020B0609020204030204" pitchFamily="49" charset="0"/>
              </a:rPr>
              <a:t>WHERE </a:t>
            </a:r>
            <a:r>
              <a:rPr lang="en-IN" sz="800" dirty="0" err="1">
                <a:latin typeface="Consolas" panose="020B0609020204030204" pitchFamily="49" charset="0"/>
              </a:rPr>
              <a:t>member_id</a:t>
            </a:r>
            <a:r>
              <a:rPr lang="en-IN" sz="800" dirty="0">
                <a:latin typeface="Consolas" panose="020B0609020204030204" pitchFamily="49" charset="0"/>
              </a:rPr>
              <a:t> IN (</a:t>
            </a:r>
          </a:p>
          <a:p>
            <a:r>
              <a:rPr lang="en-IN" sz="800" dirty="0">
                <a:latin typeface="Consolas" panose="020B0609020204030204" pitchFamily="49" charset="0"/>
              </a:rPr>
              <a:t>    SELECT </a:t>
            </a:r>
            <a:r>
              <a:rPr lang="en-IN" sz="800" dirty="0" err="1">
                <a:latin typeface="Consolas" panose="020B0609020204030204" pitchFamily="49" charset="0"/>
              </a:rPr>
              <a:t>member_id</a:t>
            </a:r>
            <a:endParaRPr lang="en-IN" sz="800" dirty="0">
              <a:latin typeface="Consolas" panose="020B0609020204030204" pitchFamily="49" charset="0"/>
            </a:endParaRPr>
          </a:p>
          <a:p>
            <a:r>
              <a:rPr lang="en-IN" sz="800" dirty="0">
                <a:latin typeface="Consolas" panose="020B0609020204030204" pitchFamily="49" charset="0"/>
              </a:rPr>
              <a:t>    FROM Attendance</a:t>
            </a:r>
          </a:p>
          <a:p>
            <a:r>
              <a:rPr lang="en-IN" sz="800" dirty="0">
                <a:latin typeface="Consolas" panose="020B0609020204030204" pitchFamily="49" charset="0"/>
              </a:rPr>
              <a:t>    WHERE status = 'Present'</a:t>
            </a:r>
          </a:p>
          <a:p>
            <a:r>
              <a:rPr lang="en-IN" sz="8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E54C5-BA8A-082B-AB18-32BDDEEE791F}"/>
              </a:ext>
            </a:extLst>
          </p:cNvPr>
          <p:cNvSpPr txBox="1"/>
          <p:nvPr/>
        </p:nvSpPr>
        <p:spPr>
          <a:xfrm>
            <a:off x="4812954" y="552363"/>
            <a:ext cx="416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rgbClr val="2A69AA"/>
                </a:solidFill>
              </a:rPr>
              <a:t>Query 15 — Combine members with age above 24 and female members</a:t>
            </a:r>
          </a:p>
          <a:p>
            <a:endParaRPr lang="en-IN" sz="800" dirty="0"/>
          </a:p>
          <a:p>
            <a:r>
              <a:rPr lang="en-IN" sz="800" dirty="0">
                <a:latin typeface="Consolas" panose="020B0609020204030204" pitchFamily="49" charset="0"/>
              </a:rPr>
              <a:t>SELECT name, age, gender</a:t>
            </a:r>
          </a:p>
          <a:p>
            <a:r>
              <a:rPr lang="en-IN" sz="800" dirty="0">
                <a:latin typeface="Consolas" panose="020B0609020204030204" pitchFamily="49" charset="0"/>
              </a:rPr>
              <a:t>FROM Members</a:t>
            </a:r>
          </a:p>
          <a:p>
            <a:r>
              <a:rPr lang="en-IN" sz="800" dirty="0">
                <a:latin typeface="Consolas" panose="020B0609020204030204" pitchFamily="49" charset="0"/>
              </a:rPr>
              <a:t>WHERE age &gt; 24</a:t>
            </a:r>
          </a:p>
          <a:p>
            <a:r>
              <a:rPr lang="en-IN" sz="800" dirty="0">
                <a:latin typeface="Consolas" panose="020B0609020204030204" pitchFamily="49" charset="0"/>
              </a:rPr>
              <a:t>UNION</a:t>
            </a:r>
          </a:p>
          <a:p>
            <a:r>
              <a:rPr lang="en-IN" sz="800" dirty="0">
                <a:latin typeface="Consolas" panose="020B0609020204030204" pitchFamily="49" charset="0"/>
              </a:rPr>
              <a:t>SELECT name, age, gender</a:t>
            </a:r>
          </a:p>
          <a:p>
            <a:r>
              <a:rPr lang="en-IN" sz="800" dirty="0">
                <a:latin typeface="Consolas" panose="020B0609020204030204" pitchFamily="49" charset="0"/>
              </a:rPr>
              <a:t>FROM Members</a:t>
            </a:r>
          </a:p>
          <a:p>
            <a:r>
              <a:rPr lang="en-IN" sz="800" dirty="0">
                <a:latin typeface="Consolas" panose="020B0609020204030204" pitchFamily="49" charset="0"/>
              </a:rPr>
              <a:t>WHERE gender = 'Female';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CBBAAE-AC62-D387-5BF9-2C4011A5F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46" y="2248234"/>
            <a:ext cx="3724836" cy="26650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9881D2-F9CF-65BF-BAE6-D768A2A95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954" y="2248234"/>
            <a:ext cx="3724836" cy="26863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0F7276-8084-B676-257F-8D2B467EB926}"/>
              </a:ext>
            </a:extLst>
          </p:cNvPr>
          <p:cNvSpPr txBox="1"/>
          <p:nvPr/>
        </p:nvSpPr>
        <p:spPr>
          <a:xfrm>
            <a:off x="4787152" y="1978887"/>
            <a:ext cx="111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u="sng" dirty="0"/>
              <a:t>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AD85C3-AF9D-7337-5ACC-3CF19C2FD0D9}"/>
              </a:ext>
            </a:extLst>
          </p:cNvPr>
          <p:cNvSpPr txBox="1"/>
          <p:nvPr/>
        </p:nvSpPr>
        <p:spPr>
          <a:xfrm>
            <a:off x="89647" y="1978887"/>
            <a:ext cx="111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u="sng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935915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0030"/>
            <a:ext cx="7132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u="sng" dirty="0">
                <a:solidFill>
                  <a:schemeClr val="accent2"/>
                </a:solidFill>
                <a:ea typeface="Arial" pitchFamily="34" charset="-122"/>
                <a:cs typeface="Arial" pitchFamily="34" charset="-120"/>
              </a:rPr>
              <a:t>Why Normalize the Gym Database?</a:t>
            </a:r>
            <a:endParaRPr lang="en-US" sz="2400" u="sng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754380"/>
            <a:ext cx="8318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52606D"/>
                </a:solidFill>
                <a:ea typeface="Calibri" pitchFamily="34" charset="-122"/>
                <a:cs typeface="Calibri" pitchFamily="34" charset="-120"/>
              </a:rPr>
              <a:t>One big table repeats member, plan and trainer details again and again. That causes three anomalies:</a:t>
            </a:r>
            <a:endParaRPr lang="en-US" sz="1125" dirty="0"/>
          </a:p>
        </p:txBody>
      </p:sp>
      <p:sp>
        <p:nvSpPr>
          <p:cNvPr id="4" name="Shape 2"/>
          <p:cNvSpPr/>
          <p:nvPr/>
        </p:nvSpPr>
        <p:spPr>
          <a:xfrm>
            <a:off x="411480" y="1337310"/>
            <a:ext cx="2635758" cy="1851660"/>
          </a:xfrm>
          <a:prstGeom prst="roundRect">
            <a:avLst>
              <a:gd name="adj" fmla="val 3704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17220" y="1508760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66" y="1651406"/>
            <a:ext cx="263348" cy="2633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17220" y="2160270"/>
            <a:ext cx="2224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Update anomaly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17220" y="2468880"/>
            <a:ext cx="222427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52606D"/>
                </a:solidFill>
                <a:ea typeface="Calibri" pitchFamily="34" charset="-122"/>
                <a:cs typeface="Calibri" pitchFamily="34" charset="-120"/>
              </a:rPr>
              <a:t>Ravi's specialization is saved on many rows. Change one row and the data contradicts itself.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52978" y="1337310"/>
            <a:ext cx="2635758" cy="1851660"/>
          </a:xfrm>
          <a:prstGeom prst="roundRect">
            <a:avLst>
              <a:gd name="adj" fmla="val 3704"/>
            </a:avLst>
          </a:prstGeom>
          <a:solidFill>
            <a:srgbClr val="F3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3458718" y="1508760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364" y="1651406"/>
            <a:ext cx="263348" cy="2633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8718" y="2160270"/>
            <a:ext cx="2224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Insert anomaly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58718" y="2468880"/>
            <a:ext cx="222427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52606D"/>
                </a:solidFill>
                <a:ea typeface="Calibri" pitchFamily="34" charset="-122"/>
                <a:cs typeface="Calibri" pitchFamily="34" charset="-120"/>
              </a:rPr>
              <a:t>A new trainer or plan cannot be saved until a member is linked to it.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94476" y="1337310"/>
            <a:ext cx="2635758" cy="1851660"/>
          </a:xfrm>
          <a:prstGeom prst="roundRect">
            <a:avLst>
              <a:gd name="adj" fmla="val 3704"/>
            </a:avLst>
          </a:prstGeom>
          <a:solidFill>
            <a:srgbClr val="F3F4F6"/>
          </a:solidFill>
          <a:ln/>
        </p:spPr>
      </p:sp>
      <p:sp>
        <p:nvSpPr>
          <p:cNvPr id="15" name="Shape 11"/>
          <p:cNvSpPr/>
          <p:nvPr/>
        </p:nvSpPr>
        <p:spPr>
          <a:xfrm>
            <a:off x="6300216" y="1508760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2862" y="1651406"/>
            <a:ext cx="263348" cy="2633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0216" y="2160270"/>
            <a:ext cx="2224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Delete anomaly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00216" y="2468880"/>
            <a:ext cx="222427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52606D"/>
                </a:solidFill>
                <a:ea typeface="Calibri" pitchFamily="34" charset="-122"/>
                <a:cs typeface="Calibri" pitchFamily="34" charset="-120"/>
              </a:rPr>
              <a:t>Deleting a member's last record also wipes out the plan and trainer details stored with it.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11480" y="3497580"/>
            <a:ext cx="4090797" cy="1097280"/>
          </a:xfrm>
          <a:prstGeom prst="roundRect">
            <a:avLst>
              <a:gd name="adj" fmla="val 6250"/>
            </a:avLst>
          </a:prstGeom>
          <a:solidFill>
            <a:srgbClr val="1F2933"/>
          </a:solidFill>
          <a:ln/>
        </p:spPr>
      </p:sp>
      <p:sp>
        <p:nvSpPr>
          <p:cNvPr id="20" name="Shape 15"/>
          <p:cNvSpPr/>
          <p:nvPr/>
        </p:nvSpPr>
        <p:spPr>
          <a:xfrm>
            <a:off x="617220" y="3669030"/>
            <a:ext cx="685800" cy="246888"/>
          </a:xfrm>
          <a:prstGeom prst="roundRect">
            <a:avLst>
              <a:gd name="adj" fmla="val 50000"/>
            </a:avLst>
          </a:prstGeom>
          <a:solidFill>
            <a:srgbClr val="FF6B2C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17220" y="366903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Goal 1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617220" y="3991356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Avoid data redundancy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17220" y="4286250"/>
            <a:ext cx="36347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CBD2D9"/>
                </a:solidFill>
                <a:ea typeface="Calibri" pitchFamily="34" charset="-122"/>
                <a:cs typeface="Calibri" pitchFamily="34" charset="-120"/>
              </a:rPr>
              <a:t>Store every fact exactly once.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639437" y="3497580"/>
            <a:ext cx="4090797" cy="1097280"/>
          </a:xfrm>
          <a:prstGeom prst="roundRect">
            <a:avLst>
              <a:gd name="adj" fmla="val 6250"/>
            </a:avLst>
          </a:prstGeom>
          <a:solidFill>
            <a:srgbClr val="1F2933"/>
          </a:solidFill>
          <a:ln/>
        </p:spPr>
      </p:sp>
      <p:sp>
        <p:nvSpPr>
          <p:cNvPr id="25" name="Shape 20"/>
          <p:cNvSpPr/>
          <p:nvPr/>
        </p:nvSpPr>
        <p:spPr>
          <a:xfrm>
            <a:off x="4845177" y="3669030"/>
            <a:ext cx="685800" cy="246888"/>
          </a:xfrm>
          <a:prstGeom prst="roundRect">
            <a:avLst>
              <a:gd name="adj" fmla="val 50000"/>
            </a:avLst>
          </a:prstGeom>
          <a:solidFill>
            <a:srgbClr val="FF6B2C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4845177" y="366903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Goal 2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4845177" y="3991356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Maintain data integrity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4845177" y="4286250"/>
            <a:ext cx="36347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CBD2D9"/>
                </a:solidFill>
                <a:ea typeface="Calibri" pitchFamily="34" charset="-122"/>
                <a:cs typeface="Calibri" pitchFamily="34" charset="-120"/>
              </a:rPr>
              <a:t>Keep data accurate and consistent with keys.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500929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0030"/>
            <a:ext cx="7132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u="sng" dirty="0">
                <a:solidFill>
                  <a:schemeClr val="accent2"/>
                </a:solidFill>
                <a:ea typeface="Arial" pitchFamily="34" charset="-122"/>
                <a:cs typeface="Arial" pitchFamily="34" charset="-120"/>
              </a:rPr>
              <a:t>1NF Before: Repeating Groups</a:t>
            </a:r>
            <a:endParaRPr lang="en-US" sz="2400" u="sng" dirty="0">
              <a:solidFill>
                <a:schemeClr val="accent2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11480" y="754380"/>
            <a:ext cx="8318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52606D"/>
                </a:solidFill>
                <a:ea typeface="Calibri" pitchFamily="34" charset="-122"/>
                <a:cs typeface="Calibri" pitchFamily="34" charset="-120"/>
              </a:rPr>
              <a:t>1NF rule: every cell holds a single atomic value and there are no repeating groups.</a:t>
            </a:r>
            <a:endParaRPr lang="en-US" sz="1125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23444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F2933"/>
                </a:solidFill>
                <a:ea typeface="Calibri" pitchFamily="34" charset="-122"/>
                <a:cs typeface="Calibri" pitchFamily="34" charset="-120"/>
              </a:rPr>
              <a:t>Gym_Records</a:t>
            </a:r>
            <a:r>
              <a:rPr lang="en-US" sz="900" dirty="0">
                <a:solidFill>
                  <a:srgbClr val="616E7C"/>
                </a:solidFill>
                <a:ea typeface="Calibri" pitchFamily="34" charset="-122"/>
                <a:cs typeface="Calibri" pitchFamily="34" charset="-120"/>
              </a:rPr>
              <a:t>   (unnormalized, no clear key)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07746"/>
              </p:ext>
            </p:extLst>
          </p:nvPr>
        </p:nvGraphicFramePr>
        <p:xfrm>
          <a:off x="411480" y="1474470"/>
          <a:ext cx="8161020" cy="1152144"/>
        </p:xfrm>
        <a:graphic>
          <a:graphicData uri="http://schemas.openxmlformats.org/drawingml/2006/table">
            <a:tbl>
              <a:tblPr/>
              <a:tblGrid>
                <a:gridCol w="651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44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trainer_name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payment_dates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attendance_dates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Training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05-Jan, 05-Feb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3000, 3000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02-Jan, 03-Jan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Training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04-Jan, 05-Jan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12-Jan, 12-Feb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3000, 3000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2791206"/>
            <a:ext cx="205740" cy="137160"/>
          </a:xfrm>
          <a:prstGeom prst="roundRect">
            <a:avLst>
              <a:gd name="adj" fmla="val 20000"/>
            </a:avLst>
          </a:prstGeom>
          <a:solidFill>
            <a:srgbClr val="FDE7E7"/>
          </a:solidFill>
          <a:ln w="9525">
            <a:solidFill>
              <a:srgbClr val="D64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0090" y="2743200"/>
            <a:ext cx="41148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16E7C"/>
                </a:solidFill>
                <a:ea typeface="Calibri" pitchFamily="34" charset="-122"/>
                <a:cs typeface="Calibri" pitchFamily="34" charset="-120"/>
              </a:rPr>
              <a:t>Multi-valued cells (several values stored in one cell)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1480" y="3188970"/>
            <a:ext cx="2635758" cy="1405890"/>
          </a:xfrm>
          <a:prstGeom prst="roundRect">
            <a:avLst>
              <a:gd name="adj" fmla="val 4878"/>
            </a:avLst>
          </a:prstGeom>
          <a:solidFill>
            <a:srgbClr val="F3F4F6"/>
          </a:solidFill>
          <a:ln/>
        </p:spPr>
      </p:sp>
      <p:sp>
        <p:nvSpPr>
          <p:cNvPr id="11" name="Shape 8"/>
          <p:cNvSpPr/>
          <p:nvPr/>
        </p:nvSpPr>
        <p:spPr>
          <a:xfrm>
            <a:off x="617220" y="3360420"/>
            <a:ext cx="342900" cy="3429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7220" y="336042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62990" y="3360420"/>
            <a:ext cx="18127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Multi-valued cells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17220" y="3840480"/>
            <a:ext cx="222427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52606D"/>
                </a:solidFill>
                <a:ea typeface="Calibri" pitchFamily="34" charset="-122"/>
                <a:cs typeface="Calibri" pitchFamily="34" charset="-120"/>
              </a:rPr>
              <a:t>payment_dates, amounts and attendance_dates pack several values into one cell.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52978" y="3188970"/>
            <a:ext cx="2635758" cy="1405890"/>
          </a:xfrm>
          <a:prstGeom prst="roundRect">
            <a:avLst>
              <a:gd name="adj" fmla="val 4878"/>
            </a:avLst>
          </a:prstGeom>
          <a:solidFill>
            <a:srgbClr val="F3F4F6"/>
          </a:solidFill>
          <a:ln/>
        </p:spPr>
      </p:sp>
      <p:sp>
        <p:nvSpPr>
          <p:cNvPr id="16" name="Shape 13"/>
          <p:cNvSpPr/>
          <p:nvPr/>
        </p:nvSpPr>
        <p:spPr>
          <a:xfrm>
            <a:off x="3458718" y="3360420"/>
            <a:ext cx="342900" cy="3429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458718" y="336042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3904488" y="3360420"/>
            <a:ext cx="18127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Repeating groups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3458718" y="3840480"/>
            <a:ext cx="222427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52606D"/>
                </a:solidFill>
                <a:ea typeface="Calibri" pitchFamily="34" charset="-122"/>
                <a:cs typeface="Calibri" pitchFamily="34" charset="-120"/>
              </a:rPr>
              <a:t>Each new payment or visit is added to the same row instead of a new row.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94476" y="3188970"/>
            <a:ext cx="2635758" cy="1405890"/>
          </a:xfrm>
          <a:prstGeom prst="roundRect">
            <a:avLst>
              <a:gd name="adj" fmla="val 4878"/>
            </a:avLst>
          </a:prstGeom>
          <a:solidFill>
            <a:srgbClr val="F3F4F6"/>
          </a:solidFill>
          <a:ln/>
        </p:spPr>
      </p:sp>
      <p:sp>
        <p:nvSpPr>
          <p:cNvPr id="21" name="Shape 18"/>
          <p:cNvSpPr/>
          <p:nvPr/>
        </p:nvSpPr>
        <p:spPr>
          <a:xfrm>
            <a:off x="6300216" y="3360420"/>
            <a:ext cx="342900" cy="3429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300216" y="336042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6745986" y="3360420"/>
            <a:ext cx="18127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Hard to query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6300216" y="3840480"/>
            <a:ext cx="222427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52606D"/>
                </a:solidFill>
                <a:ea typeface="Calibri" pitchFamily="34" charset="-122"/>
                <a:cs typeface="Calibri" pitchFamily="34" charset="-120"/>
              </a:rPr>
              <a:t>You cannot SUM amounts or COUNT visits per day with plain SQL.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215044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0030"/>
            <a:ext cx="7132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u="sng" dirty="0">
                <a:solidFill>
                  <a:schemeClr val="accent2"/>
                </a:solidFill>
                <a:ea typeface="Arial" pitchFamily="34" charset="-122"/>
                <a:cs typeface="Arial" pitchFamily="34" charset="-120"/>
              </a:rPr>
              <a:t>1NF After: Atomic Values</a:t>
            </a:r>
            <a:endParaRPr lang="en-US" sz="2400" u="sng" dirty="0">
              <a:solidFill>
                <a:schemeClr val="accent2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11480" y="754380"/>
            <a:ext cx="8318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52606D"/>
                </a:solidFill>
                <a:ea typeface="Calibri" pitchFamily="34" charset="-122"/>
                <a:cs typeface="Calibri" pitchFamily="34" charset="-120"/>
              </a:rPr>
              <a:t>Each cell now holds one value. Payments become one row each and attendance moves to its own table.</a:t>
            </a:r>
            <a:endParaRPr lang="en-US" sz="1125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23444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F2933"/>
                </a:solidFill>
                <a:ea typeface="Calibri" pitchFamily="34" charset="-122"/>
                <a:cs typeface="Calibri" pitchFamily="34" charset="-120"/>
              </a:rPr>
              <a:t>Member_Payments</a:t>
            </a:r>
            <a:r>
              <a:rPr lang="en-US" sz="900" dirty="0">
                <a:solidFill>
                  <a:srgbClr val="616E7C"/>
                </a:solidFill>
                <a:ea typeface="Calibri" pitchFamily="34" charset="-122"/>
                <a:cs typeface="Calibri" pitchFamily="34" charset="-120"/>
              </a:rPr>
              <a:t>   PK: member_id + payment_date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04437"/>
              </p:ext>
            </p:extLst>
          </p:nvPr>
        </p:nvGraphicFramePr>
        <p:xfrm>
          <a:off x="411480" y="1474470"/>
          <a:ext cx="8319442" cy="1481328"/>
        </p:xfrm>
        <a:graphic>
          <a:graphicData uri="http://schemas.openxmlformats.org/drawingml/2006/table">
            <a:tbl>
              <a:tblPr/>
              <a:tblGrid>
                <a:gridCol w="80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6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0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65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4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35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609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14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trainer_name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Training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Training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05-Feb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Training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12-Feb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11480" y="3154680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F2933"/>
                </a:solidFill>
                <a:ea typeface="Calibri" pitchFamily="34" charset="-122"/>
                <a:cs typeface="Calibri" pitchFamily="34" charset="-120"/>
              </a:rPr>
              <a:t>Attendance</a:t>
            </a:r>
            <a:r>
              <a:rPr lang="en-US" sz="900" dirty="0">
                <a:solidFill>
                  <a:srgbClr val="616E7C"/>
                </a:solidFill>
                <a:ea typeface="Calibri" pitchFamily="34" charset="-122"/>
                <a:cs typeface="Calibri" pitchFamily="34" charset="-120"/>
              </a:rPr>
              <a:t>   PK: member_id + attendance_date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411480" y="3394710"/>
          <a:ext cx="2057400" cy="1234440"/>
        </p:xfrm>
        <a:graphic>
          <a:graphicData uri="http://schemas.openxmlformats.org/drawingml/2006/table">
            <a:tbl>
              <a:tblPr/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attendance_date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948940" y="3154680"/>
            <a:ext cx="5781294" cy="925830"/>
          </a:xfrm>
          <a:prstGeom prst="roundRect">
            <a:avLst>
              <a:gd name="adj" fmla="val 7407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154680" y="3223260"/>
            <a:ext cx="541782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ea typeface="Calibri" pitchFamily="34" charset="-122"/>
                <a:cs typeface="Calibri" pitchFamily="34" charset="-120"/>
              </a:rPr>
              <a:t>payment_dates and amounts become one row per payment</a:t>
            </a:r>
            <a:endParaRPr lang="en-US" sz="1050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ea typeface="Calibri" pitchFamily="34" charset="-122"/>
                <a:cs typeface="Calibri" pitchFamily="34" charset="-120"/>
              </a:rPr>
              <a:t>attendance_dates move into a separate Attendance table</a:t>
            </a:r>
            <a:endParaRPr lang="en-US" sz="1050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ea typeface="Calibri" pitchFamily="34" charset="-122"/>
                <a:cs typeface="Calibri" pitchFamily="34" charset="-120"/>
              </a:rPr>
              <a:t>Composite key (member_id, payment_date) identifies each row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948940" y="4183380"/>
            <a:ext cx="5781294" cy="445770"/>
          </a:xfrm>
          <a:prstGeom prst="roundRect">
            <a:avLst>
              <a:gd name="adj" fmla="val 15385"/>
            </a:avLst>
          </a:prstGeom>
          <a:solidFill>
            <a:srgbClr val="FFEBDD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154680" y="4183380"/>
            <a:ext cx="54178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F2933"/>
                </a:solidFill>
                <a:ea typeface="Calibri" pitchFamily="34" charset="-122"/>
                <a:cs typeface="Calibri" pitchFamily="34" charset="-120"/>
              </a:rPr>
              <a:t>Still a problem: name, plan and trainer details repeat on every payment row. We fix this in 2NF.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711841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0030"/>
            <a:ext cx="7132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u="sng" dirty="0">
                <a:solidFill>
                  <a:schemeClr val="accent2"/>
                </a:solidFill>
                <a:latin typeface="+mj-lt"/>
                <a:ea typeface="Arial" pitchFamily="34" charset="-122"/>
                <a:cs typeface="Arial" pitchFamily="34" charset="-120"/>
              </a:rPr>
              <a:t>2NF Before: Partial Dependency</a:t>
            </a:r>
            <a:endParaRPr lang="en-US" sz="2400" u="sng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11480" y="754380"/>
            <a:ext cx="8318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52606D"/>
                </a:solidFill>
                <a:latin typeface="+mj-lt"/>
                <a:ea typeface="Calibri" pitchFamily="34" charset="-122"/>
                <a:cs typeface="Calibri" pitchFamily="34" charset="-120"/>
              </a:rPr>
              <a:t>2NF rule: be in 1NF, and every non-key column must depend on the whole primary key, not just part of it.</a:t>
            </a:r>
            <a:endParaRPr lang="en-US" sz="1125" dirty="0">
              <a:latin typeface="+mj-lt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11480" y="123444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F2933"/>
                </a:solidFill>
                <a:latin typeface="+mj-lt"/>
                <a:ea typeface="Calibri" pitchFamily="34" charset="-122"/>
                <a:cs typeface="Calibri" pitchFamily="34" charset="-120"/>
              </a:rPr>
              <a:t>Member_Payments</a:t>
            </a:r>
            <a:r>
              <a:rPr lang="en-US" sz="900" dirty="0">
                <a:solidFill>
                  <a:srgbClr val="616E7C"/>
                </a:solidFill>
                <a:latin typeface="+mj-lt"/>
                <a:ea typeface="Calibri" pitchFamily="34" charset="-122"/>
                <a:cs typeface="Calibri" pitchFamily="34" charset="-120"/>
              </a:rPr>
              <a:t>   PK: member_id + payment_date</a:t>
            </a:r>
            <a:endParaRPr lang="en-US" sz="1050" dirty="0">
              <a:latin typeface="+mj-lt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322618"/>
              </p:ext>
            </p:extLst>
          </p:nvPr>
        </p:nvGraphicFramePr>
        <p:xfrm>
          <a:off x="411480" y="1474470"/>
          <a:ext cx="8319442" cy="1481328"/>
        </p:xfrm>
        <a:graphic>
          <a:graphicData uri="http://schemas.openxmlformats.org/drawingml/2006/table">
            <a:tbl>
              <a:tblPr/>
              <a:tblGrid>
                <a:gridCol w="80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6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0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65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4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35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609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14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trainer_name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Training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Training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05-Feb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Training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12-Feb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3086100"/>
            <a:ext cx="8318754" cy="308610"/>
          </a:xfrm>
          <a:prstGeom prst="roundRect">
            <a:avLst>
              <a:gd name="adj" fmla="val 17778"/>
            </a:avLst>
          </a:prstGeom>
          <a:solidFill>
            <a:srgbClr val="FDE7E7"/>
          </a:solidFill>
          <a:ln/>
        </p:spPr>
      </p:sp>
      <p:sp>
        <p:nvSpPr>
          <p:cNvPr id="9" name="Shape 6"/>
          <p:cNvSpPr/>
          <p:nvPr/>
        </p:nvSpPr>
        <p:spPr>
          <a:xfrm>
            <a:off x="493776" y="3134106"/>
            <a:ext cx="685800" cy="21259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93776" y="3134106"/>
            <a:ext cx="68580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PARTIAL</a:t>
            </a:r>
            <a:endParaRPr lang="en-US" sz="825" dirty="0">
              <a:latin typeface="+mj-lt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337310" y="3086100"/>
            <a:ext cx="7269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F2933"/>
                </a:solidFill>
                <a:latin typeface="+mj-lt"/>
                <a:ea typeface="Calibri" pitchFamily="34" charset="-122"/>
                <a:cs typeface="Calibri" pitchFamily="34" charset="-120"/>
              </a:rPr>
              <a:t>member_id</a:t>
            </a:r>
            <a:r>
              <a:rPr lang="en-US" sz="1050" dirty="0">
                <a:solidFill>
                  <a:srgbClr val="1F2933"/>
                </a:solidFill>
                <a:latin typeface="+mj-lt"/>
                <a:ea typeface="Calibri" pitchFamily="34" charset="-122"/>
                <a:cs typeface="Calibri" pitchFamily="34" charset="-120"/>
              </a:rPr>
              <a:t>  determines  name, plan_id, plan_name, fee, trainer_id, trainer_name, specialization</a:t>
            </a:r>
            <a:endParaRPr lang="en-US" sz="1050" dirty="0">
              <a:latin typeface="+mj-lt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11480" y="3463290"/>
            <a:ext cx="8318754" cy="308610"/>
          </a:xfrm>
          <a:prstGeom prst="roundRect">
            <a:avLst>
              <a:gd name="adj" fmla="val 17778"/>
            </a:avLst>
          </a:prstGeom>
          <a:solidFill>
            <a:srgbClr val="E3F6EC"/>
          </a:solidFill>
          <a:ln/>
        </p:spPr>
      </p:sp>
      <p:sp>
        <p:nvSpPr>
          <p:cNvPr id="13" name="Shape 10"/>
          <p:cNvSpPr/>
          <p:nvPr/>
        </p:nvSpPr>
        <p:spPr>
          <a:xfrm>
            <a:off x="493776" y="3511296"/>
            <a:ext cx="685800" cy="212598"/>
          </a:xfrm>
          <a:prstGeom prst="roundRect">
            <a:avLst>
              <a:gd name="adj" fmla="val 50000"/>
            </a:avLst>
          </a:prstGeom>
          <a:solidFill>
            <a:srgbClr val="1E9E5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3776" y="3511296"/>
            <a:ext cx="68580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FULL</a:t>
            </a:r>
            <a:endParaRPr lang="en-US" sz="825" dirty="0">
              <a:latin typeface="+mj-lt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337310" y="3463290"/>
            <a:ext cx="7269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F2933"/>
                </a:solidFill>
                <a:latin typeface="+mj-lt"/>
                <a:ea typeface="Calibri" pitchFamily="34" charset="-122"/>
                <a:cs typeface="Calibri" pitchFamily="34" charset="-120"/>
              </a:rPr>
              <a:t>member_id + payment_date</a:t>
            </a:r>
            <a:r>
              <a:rPr lang="en-US" sz="1050" dirty="0">
                <a:solidFill>
                  <a:srgbClr val="1F2933"/>
                </a:solidFill>
                <a:latin typeface="+mj-lt"/>
                <a:ea typeface="Calibri" pitchFamily="34" charset="-122"/>
                <a:cs typeface="Calibri" pitchFamily="34" charset="-120"/>
              </a:rPr>
              <a:t>  determines  amount</a:t>
            </a:r>
            <a:endParaRPr lang="en-US" sz="1050" dirty="0">
              <a:latin typeface="+mj-lt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11480" y="3909060"/>
            <a:ext cx="2635758" cy="82296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82930" y="3963924"/>
            <a:ext cx="229285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9B1C1C"/>
                </a:solidFill>
                <a:latin typeface="+mj-lt"/>
                <a:ea typeface="Arial" pitchFamily="34" charset="-122"/>
                <a:cs typeface="Arial" pitchFamily="34" charset="-120"/>
              </a:rPr>
              <a:t>Redundancy</a:t>
            </a:r>
            <a:endParaRPr lang="en-US" sz="1125" dirty="0">
              <a:latin typeface="+mj-lt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582930" y="4217670"/>
            <a:ext cx="229285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dirty="0">
                <a:solidFill>
                  <a:srgbClr val="52606D"/>
                </a:solidFill>
                <a:latin typeface="+mj-lt"/>
                <a:ea typeface="Calibri" pitchFamily="34" charset="-122"/>
                <a:cs typeface="Calibri" pitchFamily="34" charset="-120"/>
              </a:rPr>
              <a:t>Arun's and Suresh's name, plan and trainer are stored twice.</a:t>
            </a:r>
            <a:endParaRPr lang="en-US" sz="975" dirty="0">
              <a:latin typeface="+mj-lt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252978" y="3909060"/>
            <a:ext cx="2635758" cy="82296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424428" y="3963924"/>
            <a:ext cx="229285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9B1C1C"/>
                </a:solidFill>
                <a:latin typeface="+mj-lt"/>
                <a:ea typeface="Arial" pitchFamily="34" charset="-122"/>
                <a:cs typeface="Arial" pitchFamily="34" charset="-120"/>
              </a:rPr>
              <a:t>Update anomaly</a:t>
            </a:r>
            <a:endParaRPr lang="en-US" sz="1125" dirty="0">
              <a:latin typeface="+mj-lt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3424428" y="4217670"/>
            <a:ext cx="229285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dirty="0">
                <a:solidFill>
                  <a:srgbClr val="52606D"/>
                </a:solidFill>
                <a:latin typeface="+mj-lt"/>
                <a:ea typeface="Calibri" pitchFamily="34" charset="-122"/>
                <a:cs typeface="Calibri" pitchFamily="34" charset="-120"/>
              </a:rPr>
              <a:t>Changing Ravi's specialization means editing several rows.</a:t>
            </a:r>
            <a:endParaRPr lang="en-US" sz="975" dirty="0">
              <a:latin typeface="+mj-lt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094476" y="3909060"/>
            <a:ext cx="2635758" cy="82296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65926" y="3963924"/>
            <a:ext cx="229285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9B1C1C"/>
                </a:solidFill>
                <a:latin typeface="+mj-lt"/>
                <a:ea typeface="Arial" pitchFamily="34" charset="-122"/>
                <a:cs typeface="Arial" pitchFamily="34" charset="-120"/>
              </a:rPr>
              <a:t>Insert / delete anomaly</a:t>
            </a:r>
            <a:endParaRPr lang="en-US" sz="1125" dirty="0">
              <a:latin typeface="+mj-lt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6265926" y="4217670"/>
            <a:ext cx="229285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dirty="0">
                <a:solidFill>
                  <a:srgbClr val="52606D"/>
                </a:solidFill>
                <a:latin typeface="+mj-lt"/>
                <a:ea typeface="Calibri" pitchFamily="34" charset="-122"/>
                <a:cs typeface="Calibri" pitchFamily="34" charset="-120"/>
              </a:rPr>
              <a:t>A member needs a payment row to exist; deleting the only payment erases the member.</a:t>
            </a:r>
            <a:endParaRPr lang="en-US" sz="975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004015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0030"/>
            <a:ext cx="7132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u="sng" dirty="0">
                <a:solidFill>
                  <a:schemeClr val="accent2"/>
                </a:solidFill>
                <a:ea typeface="Arial" pitchFamily="34" charset="-122"/>
                <a:cs typeface="Arial" pitchFamily="34" charset="-120"/>
              </a:rPr>
              <a:t>2NF After: Full Dependency</a:t>
            </a:r>
            <a:endParaRPr lang="en-US" sz="2400" u="sng" dirty="0">
              <a:solidFill>
                <a:schemeClr val="accent2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11480" y="754380"/>
            <a:ext cx="8318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52606D"/>
                </a:solidFill>
                <a:ea typeface="Calibri" pitchFamily="34" charset="-122"/>
                <a:cs typeface="Calibri" pitchFamily="34" charset="-120"/>
              </a:rPr>
              <a:t>Member details move to their own table. Payments keep only what depends on the full key.</a:t>
            </a:r>
            <a:endParaRPr lang="en-US" sz="1125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23444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F2933"/>
                </a:solidFill>
                <a:ea typeface="Calibri" pitchFamily="34" charset="-122"/>
                <a:cs typeface="Calibri" pitchFamily="34" charset="-120"/>
              </a:rPr>
              <a:t>Member_Details</a:t>
            </a:r>
            <a:r>
              <a:rPr lang="en-US" sz="900" dirty="0">
                <a:solidFill>
                  <a:srgbClr val="616E7C"/>
                </a:solidFill>
                <a:ea typeface="Calibri" pitchFamily="34" charset="-122"/>
                <a:cs typeface="Calibri" pitchFamily="34" charset="-120"/>
              </a:rPr>
              <a:t>   PK: member_id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603992"/>
              </p:ext>
            </p:extLst>
          </p:nvPr>
        </p:nvGraphicFramePr>
        <p:xfrm>
          <a:off x="411480" y="1474470"/>
          <a:ext cx="5623560" cy="1042416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trainer_name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Training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Training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46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6377940" y="1234440"/>
            <a:ext cx="2352294" cy="1303020"/>
          </a:xfrm>
          <a:prstGeom prst="roundRect">
            <a:avLst>
              <a:gd name="adj" fmla="val 5263"/>
            </a:avLst>
          </a:prstGeom>
          <a:solidFill>
            <a:srgbClr val="E3F6E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49390" y="1303020"/>
            <a:ext cx="202311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50"/>
              </a:spcAft>
            </a:pPr>
            <a:r>
              <a:rPr lang="en-US" sz="1200" b="1" dirty="0">
                <a:solidFill>
                  <a:srgbClr val="14653B"/>
                </a:solidFill>
                <a:ea typeface="Calibri" pitchFamily="34" charset="-122"/>
                <a:cs typeface="Calibri" pitchFamily="34" charset="-120"/>
              </a:rPr>
              <a:t>What changed</a:t>
            </a:r>
            <a:endParaRPr lang="en-US" sz="1200" dirty="0"/>
          </a:p>
          <a:p>
            <a:pPr>
              <a:spcAft>
                <a:spcPts val="450"/>
              </a:spcAft>
            </a:pPr>
            <a:r>
              <a:rPr lang="en-US" sz="1050" dirty="0">
                <a:solidFill>
                  <a:srgbClr val="1F2933"/>
                </a:solidFill>
                <a:ea typeface="Calibri" pitchFamily="34" charset="-122"/>
                <a:cs typeface="Calibri" pitchFamily="34" charset="-120"/>
              </a:rPr>
              <a:t>Each member’s name, plan and trainer is now stored once.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2743200"/>
            <a:ext cx="2880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F2933"/>
                </a:solidFill>
                <a:ea typeface="Calibri" pitchFamily="34" charset="-122"/>
                <a:cs typeface="Calibri" pitchFamily="34" charset="-120"/>
              </a:rPr>
              <a:t>Payments</a:t>
            </a:r>
            <a:r>
              <a:rPr lang="en-US" sz="900" dirty="0">
                <a:solidFill>
                  <a:srgbClr val="616E7C"/>
                </a:solidFill>
                <a:ea typeface="Calibri" pitchFamily="34" charset="-122"/>
                <a:cs typeface="Calibri" pitchFamily="34" charset="-120"/>
              </a:rPr>
              <a:t>   PK: member_id + payment_date</a:t>
            </a:r>
            <a:endParaRPr lang="en-US" sz="10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869832"/>
              </p:ext>
            </p:extLst>
          </p:nvPr>
        </p:nvGraphicFramePr>
        <p:xfrm>
          <a:off x="411480" y="2983230"/>
          <a:ext cx="2400300" cy="1301899"/>
        </p:xfrm>
        <a:graphic>
          <a:graphicData uri="http://schemas.openxmlformats.org/drawingml/2006/table">
            <a:tbl>
              <a:tblPr/>
              <a:tblGrid>
                <a:gridCol w="75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05-Feb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12-Feb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3086100" y="2743200"/>
            <a:ext cx="25374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F2933"/>
                </a:solidFill>
                <a:ea typeface="Calibri" pitchFamily="34" charset="-122"/>
                <a:cs typeface="Calibri" pitchFamily="34" charset="-120"/>
              </a:rPr>
              <a:t>Attendance</a:t>
            </a:r>
            <a:r>
              <a:rPr lang="en-US" sz="900" dirty="0">
                <a:solidFill>
                  <a:srgbClr val="616E7C"/>
                </a:solidFill>
                <a:ea typeface="Calibri" pitchFamily="34" charset="-122"/>
                <a:cs typeface="Calibri" pitchFamily="34" charset="-120"/>
              </a:rPr>
              <a:t>   PK: member_id + attendance_date</a:t>
            </a:r>
            <a:endParaRPr lang="en-US" sz="105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/>
        </p:nvGraphicFramePr>
        <p:xfrm>
          <a:off x="3086100" y="2983230"/>
          <a:ext cx="1851660" cy="1316736"/>
        </p:xfrm>
        <a:graphic>
          <a:graphicData uri="http://schemas.openxmlformats.org/drawingml/2006/table">
            <a:tbl>
              <a:tblPr/>
              <a:tblGrid>
                <a:gridCol w="75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attendance_date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5692140" y="2743200"/>
            <a:ext cx="3038094" cy="1611630"/>
          </a:xfrm>
          <a:prstGeom prst="roundRect">
            <a:avLst>
              <a:gd name="adj" fmla="val 4255"/>
            </a:avLst>
          </a:prstGeom>
          <a:solidFill>
            <a:srgbClr val="FFEBDD"/>
          </a:solidFill>
          <a:ln/>
        </p:spPr>
      </p:sp>
      <p:sp>
        <p:nvSpPr>
          <p:cNvPr id="11" name="Text 10"/>
          <p:cNvSpPr txBox="1"/>
          <p:nvPr/>
        </p:nvSpPr>
        <p:spPr>
          <a:xfrm>
            <a:off x="5863590" y="2825496"/>
            <a:ext cx="270891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50"/>
              </a:spcAft>
            </a:pPr>
            <a:r>
              <a:rPr lang="en-US" sz="1200" b="1" dirty="0">
                <a:solidFill>
                  <a:srgbClr val="1F2933"/>
                </a:solidFill>
                <a:ea typeface="Calibri" pitchFamily="34" charset="-122"/>
                <a:cs typeface="Calibri" pitchFamily="34" charset="-120"/>
              </a:rPr>
              <a:t>Still to fix (3NF)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ea typeface="Calibri" pitchFamily="34" charset="-122"/>
                <a:cs typeface="Calibri" pitchFamily="34" charset="-120"/>
              </a:rPr>
              <a:t>plan_name and fee depend on plan_id, not on member_id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ea typeface="Calibri" pitchFamily="34" charset="-122"/>
                <a:cs typeface="Calibri" pitchFamily="34" charset="-120"/>
              </a:rPr>
              <a:t>trainer_name and specialization depend on trainer_id, not on member_id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ea typeface="Calibri" pitchFamily="34" charset="-122"/>
                <a:cs typeface="Calibri" pitchFamily="34" charset="-120"/>
              </a:rPr>
              <a:t>These are transitive dependencies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522512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0030"/>
            <a:ext cx="7132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u="sng" dirty="0">
                <a:solidFill>
                  <a:schemeClr val="accent2"/>
                </a:solidFill>
                <a:latin typeface="+mj-lt"/>
                <a:ea typeface="Arial" pitchFamily="34" charset="-122"/>
                <a:cs typeface="Arial" pitchFamily="34" charset="-120"/>
              </a:rPr>
              <a:t>3NF Before: Transitive Dependency</a:t>
            </a:r>
            <a:endParaRPr lang="en-US" sz="2400" u="sng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11480" y="754380"/>
            <a:ext cx="8318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52606D"/>
                </a:solidFill>
                <a:latin typeface="+mj-lt"/>
                <a:ea typeface="Calibri" pitchFamily="34" charset="-122"/>
                <a:cs typeface="Calibri" pitchFamily="34" charset="-120"/>
              </a:rPr>
              <a:t>3NF rule: be in 2NF, and no non-key column may depend on another non-key column.</a:t>
            </a:r>
            <a:endParaRPr lang="en-US" sz="1125" dirty="0">
              <a:latin typeface="+mj-lt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11480" y="123444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F2933"/>
                </a:solidFill>
                <a:latin typeface="+mj-lt"/>
                <a:ea typeface="Calibri" pitchFamily="34" charset="-122"/>
                <a:cs typeface="Calibri" pitchFamily="34" charset="-120"/>
              </a:rPr>
              <a:t>Member_Details</a:t>
            </a:r>
            <a:r>
              <a:rPr lang="en-US" sz="900" dirty="0">
                <a:solidFill>
                  <a:srgbClr val="616E7C"/>
                </a:solidFill>
                <a:latin typeface="+mj-lt"/>
                <a:ea typeface="Calibri" pitchFamily="34" charset="-122"/>
                <a:cs typeface="Calibri" pitchFamily="34" charset="-120"/>
              </a:rPr>
              <a:t>   PK: member_id</a:t>
            </a:r>
            <a:endParaRPr lang="en-US" sz="1050" dirty="0">
              <a:latin typeface="+mj-lt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735387"/>
              </p:ext>
            </p:extLst>
          </p:nvPr>
        </p:nvGraphicFramePr>
        <p:xfrm>
          <a:off x="411480" y="1474470"/>
          <a:ext cx="8317385" cy="1097280"/>
        </p:xfrm>
        <a:graphic>
          <a:graphicData uri="http://schemas.openxmlformats.org/drawingml/2006/table">
            <a:tbl>
              <a:tblPr/>
              <a:tblGrid>
                <a:gridCol w="1014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9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42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65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23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trainer_name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Training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Training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B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2880360"/>
            <a:ext cx="1028700" cy="411480"/>
          </a:xfrm>
          <a:prstGeom prst="roundRect">
            <a:avLst>
              <a:gd name="adj" fmla="val 13333"/>
            </a:avLst>
          </a:prstGeom>
          <a:solidFill>
            <a:srgbClr val="1F2933"/>
          </a:solidFill>
          <a:ln/>
        </p:spPr>
      </p:sp>
      <p:sp>
        <p:nvSpPr>
          <p:cNvPr id="7" name="Text 6"/>
          <p:cNvSpPr txBox="1"/>
          <p:nvPr/>
        </p:nvSpPr>
        <p:spPr>
          <a:xfrm>
            <a:off x="411480" y="2880360"/>
            <a:ext cx="1028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member_id</a:t>
            </a:r>
            <a:endParaRPr lang="en-US" sz="1050" dirty="0">
              <a:latin typeface="+mj-lt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508760" y="2983230"/>
            <a:ext cx="342900" cy="205740"/>
          </a:xfrm>
          <a:prstGeom prst="rightArrow">
            <a:avLst/>
          </a:prstGeom>
          <a:solidFill>
            <a:srgbClr val="52606D"/>
          </a:solidFill>
          <a:ln/>
        </p:spPr>
      </p:sp>
      <p:sp>
        <p:nvSpPr>
          <p:cNvPr id="11" name="Shape 8"/>
          <p:cNvSpPr/>
          <p:nvPr/>
        </p:nvSpPr>
        <p:spPr>
          <a:xfrm>
            <a:off x="1920240" y="288036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FF6B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920240" y="288036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plan_id</a:t>
            </a:r>
            <a:endParaRPr lang="en-US" sz="1050" dirty="0">
              <a:latin typeface="+mj-lt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948940" y="2983230"/>
            <a:ext cx="342900" cy="205740"/>
          </a:xfrm>
          <a:prstGeom prst="rightArrow">
            <a:avLst/>
          </a:prstGeom>
          <a:solidFill>
            <a:srgbClr val="52606D"/>
          </a:solidFill>
          <a:ln/>
        </p:spPr>
      </p:sp>
      <p:sp>
        <p:nvSpPr>
          <p:cNvPr id="14" name="Shape 11"/>
          <p:cNvSpPr/>
          <p:nvPr/>
        </p:nvSpPr>
        <p:spPr>
          <a:xfrm>
            <a:off x="3360420" y="2880360"/>
            <a:ext cx="1988820" cy="411480"/>
          </a:xfrm>
          <a:prstGeom prst="roundRect">
            <a:avLst>
              <a:gd name="adj" fmla="val 13333"/>
            </a:avLst>
          </a:prstGeom>
          <a:solidFill>
            <a:srgbClr val="FDE7E7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60420" y="2880360"/>
            <a:ext cx="1988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9B1C1C"/>
                </a:solidFill>
                <a:latin typeface="+mj-lt"/>
                <a:ea typeface="Calibri" pitchFamily="34" charset="-122"/>
                <a:cs typeface="Calibri" pitchFamily="34" charset="-120"/>
              </a:rPr>
              <a:t>plan_name, fee</a:t>
            </a:r>
            <a:endParaRPr lang="en-US" sz="1050" dirty="0">
              <a:latin typeface="+mj-lt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11480" y="3463290"/>
            <a:ext cx="1028700" cy="411480"/>
          </a:xfrm>
          <a:prstGeom prst="roundRect">
            <a:avLst>
              <a:gd name="adj" fmla="val 13333"/>
            </a:avLst>
          </a:prstGeom>
          <a:solidFill>
            <a:srgbClr val="1F293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11480" y="3463290"/>
            <a:ext cx="1028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member_id</a:t>
            </a:r>
            <a:endParaRPr lang="en-US" sz="1050" dirty="0">
              <a:latin typeface="+mj-lt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508760" y="3566160"/>
            <a:ext cx="342900" cy="205740"/>
          </a:xfrm>
          <a:prstGeom prst="rightArrow">
            <a:avLst/>
          </a:prstGeom>
          <a:solidFill>
            <a:srgbClr val="52606D"/>
          </a:solidFill>
          <a:ln/>
        </p:spPr>
      </p:sp>
      <p:sp>
        <p:nvSpPr>
          <p:cNvPr id="19" name="Shape 16"/>
          <p:cNvSpPr/>
          <p:nvPr/>
        </p:nvSpPr>
        <p:spPr>
          <a:xfrm>
            <a:off x="1920240" y="346329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FF6B2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920240" y="346329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trainer_id</a:t>
            </a:r>
            <a:endParaRPr lang="en-US" sz="1050" dirty="0">
              <a:latin typeface="+mj-lt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948940" y="3566160"/>
            <a:ext cx="342900" cy="205740"/>
          </a:xfrm>
          <a:prstGeom prst="rightArrow">
            <a:avLst/>
          </a:prstGeom>
          <a:solidFill>
            <a:srgbClr val="52606D"/>
          </a:solidFill>
          <a:ln/>
        </p:spPr>
      </p:sp>
      <p:sp>
        <p:nvSpPr>
          <p:cNvPr id="22" name="Shape 19"/>
          <p:cNvSpPr/>
          <p:nvPr/>
        </p:nvSpPr>
        <p:spPr>
          <a:xfrm>
            <a:off x="3360420" y="3463290"/>
            <a:ext cx="1988820" cy="411480"/>
          </a:xfrm>
          <a:prstGeom prst="roundRect">
            <a:avLst>
              <a:gd name="adj" fmla="val 13333"/>
            </a:avLst>
          </a:prstGeom>
          <a:solidFill>
            <a:srgbClr val="FDE7E7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360420" y="3463290"/>
            <a:ext cx="1988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9B1C1C"/>
                </a:solidFill>
                <a:latin typeface="+mj-lt"/>
                <a:ea typeface="Calibri" pitchFamily="34" charset="-122"/>
                <a:cs typeface="Calibri" pitchFamily="34" charset="-120"/>
              </a:rPr>
              <a:t>trainer_name, specialization</a:t>
            </a:r>
            <a:endParaRPr lang="en-US" sz="1050" dirty="0">
              <a:latin typeface="+mj-lt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411480" y="414909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52606D"/>
                </a:solidFill>
                <a:latin typeface="+mj-lt"/>
                <a:ea typeface="Calibri" pitchFamily="34" charset="-122"/>
                <a:cs typeface="Calibri" pitchFamily="34" charset="-120"/>
              </a:rPr>
              <a:t>A non-key column (plan_id, trainer_id) determines other non-key columns. member_id only reaches them indirectly.</a:t>
            </a:r>
            <a:endParaRPr lang="en-US" sz="1050" dirty="0">
              <a:latin typeface="+mj-lt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692140" y="2880360"/>
            <a:ext cx="3038094" cy="1748790"/>
          </a:xfrm>
          <a:prstGeom prst="roundRect">
            <a:avLst>
              <a:gd name="adj" fmla="val 3922"/>
            </a:avLst>
          </a:prstGeom>
          <a:solidFill>
            <a:srgbClr val="F3F4F6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863590" y="2948940"/>
            <a:ext cx="2708910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75"/>
              </a:spcAft>
            </a:pPr>
            <a:r>
              <a:rPr lang="en-US" sz="1200" b="1" dirty="0">
                <a:solidFill>
                  <a:srgbClr val="9B1C1C"/>
                </a:solidFill>
                <a:latin typeface="+mj-lt"/>
                <a:ea typeface="Calibri" pitchFamily="34" charset="-122"/>
                <a:cs typeface="Calibri" pitchFamily="34" charset="-120"/>
              </a:rPr>
              <a:t>Problems</a:t>
            </a:r>
            <a:endParaRPr lang="en-US" sz="1050" dirty="0">
              <a:latin typeface="+mj-lt"/>
            </a:endParaRPr>
          </a:p>
          <a:p>
            <a:pPr marL="257175" indent="-257175">
              <a:spcAft>
                <a:spcPts val="375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+mj-lt"/>
                <a:ea typeface="Calibri" pitchFamily="34" charset="-122"/>
                <a:cs typeface="Calibri" pitchFamily="34" charset="-120"/>
              </a:rPr>
              <a:t>Premium’s fee (6000) is repeated for every premium member</a:t>
            </a:r>
            <a:endParaRPr lang="en-US" sz="1050" dirty="0">
              <a:latin typeface="+mj-lt"/>
            </a:endParaRPr>
          </a:p>
          <a:p>
            <a:pPr marL="257175" indent="-257175">
              <a:spcAft>
                <a:spcPts val="375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+mj-lt"/>
                <a:ea typeface="Calibri" pitchFamily="34" charset="-122"/>
                <a:cs typeface="Calibri" pitchFamily="34" charset="-120"/>
              </a:rPr>
              <a:t>Ravi’s specialization is repeated for each member he trains</a:t>
            </a:r>
            <a:endParaRPr lang="en-US" sz="1050" dirty="0">
              <a:latin typeface="+mj-lt"/>
            </a:endParaRPr>
          </a:p>
          <a:p>
            <a:pPr marL="257175" indent="-257175">
              <a:spcAft>
                <a:spcPts val="375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+mj-lt"/>
                <a:ea typeface="Calibri" pitchFamily="34" charset="-122"/>
                <a:cs typeface="Calibri" pitchFamily="34" charset="-120"/>
              </a:rPr>
              <a:t>A new plan or trainer cannot be stored until a member uses it</a:t>
            </a:r>
            <a:endParaRPr lang="en-US" sz="10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10301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0030"/>
            <a:ext cx="7132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u="sng" dirty="0">
                <a:solidFill>
                  <a:schemeClr val="accent2"/>
                </a:solidFill>
                <a:latin typeface="+mj-lt"/>
                <a:ea typeface="Arial" pitchFamily="34" charset="-122"/>
                <a:cs typeface="Arial" pitchFamily="34" charset="-120"/>
              </a:rPr>
              <a:t>3NF After: No Transitive Links</a:t>
            </a:r>
            <a:endParaRPr lang="en-US" sz="2400" u="sng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11480" y="754380"/>
            <a:ext cx="8318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52606D"/>
                </a:solidFill>
                <a:latin typeface="+mj-lt"/>
                <a:ea typeface="Calibri" pitchFamily="34" charset="-122"/>
                <a:cs typeface="Calibri" pitchFamily="34" charset="-120"/>
              </a:rPr>
              <a:t>Plan and trainer details move to their own tables and are linked by foreign keys.</a:t>
            </a:r>
            <a:endParaRPr lang="en-US" sz="1125" dirty="0">
              <a:latin typeface="+mj-lt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11480" y="123444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F2933"/>
                </a:solidFill>
                <a:latin typeface="+mj-lt"/>
                <a:ea typeface="Calibri" pitchFamily="34" charset="-122"/>
                <a:cs typeface="Calibri" pitchFamily="34" charset="-120"/>
              </a:rPr>
              <a:t>Member_Details</a:t>
            </a:r>
            <a:r>
              <a:rPr lang="en-US" sz="900" dirty="0">
                <a:solidFill>
                  <a:srgbClr val="616E7C"/>
                </a:solidFill>
                <a:latin typeface="+mj-lt"/>
                <a:ea typeface="Calibri" pitchFamily="34" charset="-122"/>
                <a:cs typeface="Calibri" pitchFamily="34" charset="-120"/>
              </a:rPr>
              <a:t>   PK: member_id</a:t>
            </a:r>
            <a:endParaRPr lang="en-US" sz="1050" dirty="0">
              <a:latin typeface="+mj-lt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11480" y="1474470"/>
          <a:ext cx="2743200" cy="116586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60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60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497580" y="1234440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F2933"/>
                </a:solidFill>
                <a:latin typeface="+mj-lt"/>
                <a:ea typeface="Calibri" pitchFamily="34" charset="-122"/>
                <a:cs typeface="Calibri" pitchFamily="34" charset="-120"/>
              </a:rPr>
              <a:t>Plans</a:t>
            </a:r>
            <a:r>
              <a:rPr lang="en-US" sz="900" dirty="0">
                <a:solidFill>
                  <a:srgbClr val="616E7C"/>
                </a:solidFill>
                <a:latin typeface="+mj-lt"/>
                <a:ea typeface="Calibri" pitchFamily="34" charset="-122"/>
                <a:cs typeface="Calibri" pitchFamily="34" charset="-120"/>
              </a:rPr>
              <a:t>   PK: plan_id</a:t>
            </a:r>
            <a:endParaRPr lang="en-US" sz="1050" dirty="0">
              <a:latin typeface="+mj-lt"/>
            </a:endParaRPr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647906"/>
              </p:ext>
            </p:extLst>
          </p:nvPr>
        </p:nvGraphicFramePr>
        <p:xfrm>
          <a:off x="3497580" y="1474470"/>
          <a:ext cx="1988820" cy="822960"/>
        </p:xfrm>
        <a:graphic>
          <a:graphicData uri="http://schemas.openxmlformats.org/drawingml/2006/table">
            <a:tbl>
              <a:tblPr/>
              <a:tblGrid>
                <a:gridCol w="617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6"/>
          <p:cNvSpPr txBox="1"/>
          <p:nvPr/>
        </p:nvSpPr>
        <p:spPr>
          <a:xfrm>
            <a:off x="5829300" y="123444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F2933"/>
                </a:solidFill>
                <a:latin typeface="+mj-lt"/>
                <a:ea typeface="Calibri" pitchFamily="34" charset="-122"/>
                <a:cs typeface="Calibri" pitchFamily="34" charset="-120"/>
              </a:rPr>
              <a:t>Trainers</a:t>
            </a:r>
            <a:r>
              <a:rPr lang="en-US" sz="900" dirty="0">
                <a:solidFill>
                  <a:srgbClr val="616E7C"/>
                </a:solidFill>
                <a:latin typeface="+mj-lt"/>
                <a:ea typeface="Calibri" pitchFamily="34" charset="-122"/>
                <a:cs typeface="Calibri" pitchFamily="34" charset="-120"/>
              </a:rPr>
              <a:t>   PK: trainer_id</a:t>
            </a:r>
            <a:endParaRPr lang="en-US" sz="1050" dirty="0">
              <a:latin typeface="+mj-lt"/>
            </a:endParaRPr>
          </a:p>
        </p:txBody>
      </p:sp>
      <p:graphicFrame>
        <p:nvGraphicFramePr>
          <p:cNvPr id="28" name="Table 2"/>
          <p:cNvGraphicFramePr>
            <a:graphicFrameLocks noGrp="1"/>
          </p:cNvGraphicFramePr>
          <p:nvPr/>
        </p:nvGraphicFramePr>
        <p:xfrm>
          <a:off x="5829300" y="1474470"/>
          <a:ext cx="2674620" cy="82296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trainer_name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Training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11480" y="2729484"/>
            <a:ext cx="205740" cy="137160"/>
          </a:xfrm>
          <a:prstGeom prst="roundRect">
            <a:avLst>
              <a:gd name="adj" fmla="val 20000"/>
            </a:avLst>
          </a:prstGeom>
          <a:solidFill>
            <a:srgbClr val="FF6B2C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85800" y="2681478"/>
            <a:ext cx="8915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16E7C"/>
                </a:solidFill>
                <a:latin typeface="+mj-lt"/>
                <a:ea typeface="Calibri" pitchFamily="34" charset="-122"/>
                <a:cs typeface="Calibri" pitchFamily="34" charset="-120"/>
              </a:rPr>
              <a:t>Primary key</a:t>
            </a:r>
            <a:endParaRPr lang="en-US" sz="900" dirty="0">
              <a:latin typeface="+mj-lt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1577340" y="2729484"/>
            <a:ext cx="205740" cy="137160"/>
          </a:xfrm>
          <a:prstGeom prst="roundRect">
            <a:avLst>
              <a:gd name="adj" fmla="val 20000"/>
            </a:avLst>
          </a:prstGeom>
          <a:solidFill>
            <a:srgbClr val="52606D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1851660" y="2681478"/>
            <a:ext cx="41148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16E7C"/>
                </a:solidFill>
                <a:latin typeface="+mj-lt"/>
                <a:ea typeface="Calibri" pitchFamily="34" charset="-122"/>
                <a:cs typeface="Calibri" pitchFamily="34" charset="-120"/>
              </a:rPr>
              <a:t>Foreign key: plan_id → Plans, trainer_id → Trainers</a:t>
            </a:r>
            <a:endParaRPr lang="en-US" sz="900" dirty="0">
              <a:latin typeface="+mj-lt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411480" y="3154680"/>
            <a:ext cx="2635758" cy="116586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17220" y="3257550"/>
            <a:ext cx="2224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FF6B2C"/>
                </a:solidFill>
                <a:latin typeface="+mj-lt"/>
                <a:ea typeface="Arial" pitchFamily="34" charset="-122"/>
                <a:cs typeface="Arial" pitchFamily="34" charset="-120"/>
              </a:rPr>
              <a:t>2 → 1</a:t>
            </a:r>
            <a:endParaRPr lang="en-US" sz="3300" dirty="0">
              <a:latin typeface="+mj-lt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617220" y="3840480"/>
            <a:ext cx="22242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2606D"/>
                </a:solidFill>
                <a:latin typeface="+mj-lt"/>
                <a:ea typeface="Calibri" pitchFamily="34" charset="-122"/>
                <a:cs typeface="Calibri" pitchFamily="34" charset="-120"/>
              </a:rPr>
              <a:t>copies of Premium's fee</a:t>
            </a:r>
            <a:endParaRPr lang="en-US" sz="1200" dirty="0">
              <a:latin typeface="+mj-lt"/>
            </a:endParaRPr>
          </a:p>
        </p:txBody>
      </p:sp>
      <p:sp>
        <p:nvSpPr>
          <p:cNvPr id="9" name="Shape 14"/>
          <p:cNvSpPr/>
          <p:nvPr/>
        </p:nvSpPr>
        <p:spPr>
          <a:xfrm>
            <a:off x="3252978" y="3154680"/>
            <a:ext cx="2635758" cy="116586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3458718" y="3257550"/>
            <a:ext cx="2224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FF6B2C"/>
                </a:solidFill>
                <a:latin typeface="+mj-lt"/>
                <a:ea typeface="Arial" pitchFamily="34" charset="-122"/>
                <a:cs typeface="Arial" pitchFamily="34" charset="-120"/>
              </a:rPr>
              <a:t>2 → 1</a:t>
            </a:r>
            <a:endParaRPr lang="en-US" sz="3300" dirty="0">
              <a:latin typeface="+mj-lt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3458718" y="3840480"/>
            <a:ext cx="22242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2606D"/>
                </a:solidFill>
                <a:latin typeface="+mj-lt"/>
                <a:ea typeface="Calibri" pitchFamily="34" charset="-122"/>
                <a:cs typeface="Calibri" pitchFamily="34" charset="-120"/>
              </a:rPr>
              <a:t>copies of Ravi's specialization</a:t>
            </a:r>
            <a:endParaRPr lang="en-US" sz="1200" dirty="0">
              <a:latin typeface="+mj-lt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6094476" y="3154680"/>
            <a:ext cx="2635758" cy="116586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300216" y="3257550"/>
            <a:ext cx="2224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FF6B2C"/>
                </a:solidFill>
                <a:latin typeface="+mj-lt"/>
                <a:ea typeface="Arial" pitchFamily="34" charset="-122"/>
                <a:cs typeface="Arial" pitchFamily="34" charset="-120"/>
              </a:rPr>
              <a:t>5</a:t>
            </a:r>
            <a:endParaRPr lang="en-US" sz="3300" dirty="0">
              <a:latin typeface="+mj-lt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6300216" y="3840480"/>
            <a:ext cx="22242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2606D"/>
                </a:solidFill>
                <a:latin typeface="+mj-lt"/>
                <a:ea typeface="Calibri" pitchFamily="34" charset="-122"/>
                <a:cs typeface="Calibri" pitchFamily="34" charset="-120"/>
              </a:rPr>
              <a:t>tables, every one in 3NF</a:t>
            </a:r>
            <a:endParaRPr lang="en-US" sz="1200" dirty="0">
              <a:latin typeface="+mj-lt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411480" y="4457700"/>
            <a:ext cx="8318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16E7C"/>
                </a:solidFill>
                <a:latin typeface="+mj-lt"/>
                <a:ea typeface="Calibri" pitchFamily="34" charset="-122"/>
                <a:cs typeface="Calibri" pitchFamily="34" charset="-120"/>
              </a:rPr>
              <a:t>Payments and Attendance were already in 3NF and stay unchanged.</a:t>
            </a:r>
            <a:endParaRPr lang="en-US" sz="10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0683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40030"/>
            <a:ext cx="7132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u="sng" dirty="0">
                <a:solidFill>
                  <a:schemeClr val="accent2"/>
                </a:solidFill>
                <a:ea typeface="Arial" pitchFamily="34" charset="-122"/>
                <a:cs typeface="Arial" pitchFamily="34" charset="-120"/>
              </a:rPr>
              <a:t>Final Design: 6 Normalized Tables</a:t>
            </a:r>
            <a:endParaRPr lang="en-US" sz="2400" u="sng" dirty="0">
              <a:solidFill>
                <a:schemeClr val="accent2"/>
              </a:solidFill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11480" y="925830"/>
          <a:ext cx="2674620" cy="145542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170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VARCHAR2(50)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join_date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/>
        </p:nvGraphicFramePr>
        <p:xfrm>
          <a:off x="3233547" y="925830"/>
          <a:ext cx="2674620" cy="166116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170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end_date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VARCHAR2(20)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4" name="Table 2"/>
          <p:cNvGraphicFramePr>
            <a:graphicFrameLocks noGrp="1"/>
          </p:cNvGraphicFramePr>
          <p:nvPr/>
        </p:nvGraphicFramePr>
        <p:xfrm>
          <a:off x="6055614" y="925830"/>
          <a:ext cx="2674620" cy="104394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170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Membership_Plans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VARCHAR2(30)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duration_months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NUMBER(10,2)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/>
        </p:nvGraphicFramePr>
        <p:xfrm>
          <a:off x="411480" y="3051810"/>
          <a:ext cx="2674620" cy="104394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170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attendance_date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6" name="Table 4"/>
          <p:cNvGraphicFramePr>
            <a:graphicFrameLocks noGrp="1"/>
          </p:cNvGraphicFramePr>
          <p:nvPr/>
        </p:nvGraphicFramePr>
        <p:xfrm>
          <a:off x="3233547" y="3051810"/>
          <a:ext cx="2674620" cy="124968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170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NUMBER(10,2)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payment_method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VARCHAR2(20)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7" name="Table 5"/>
          <p:cNvGraphicFramePr>
            <a:graphicFrameLocks noGrp="1"/>
          </p:cNvGraphicFramePr>
          <p:nvPr/>
        </p:nvGraphicFramePr>
        <p:xfrm>
          <a:off x="6055614" y="3051810"/>
          <a:ext cx="2674620" cy="104394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170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trainer_id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trainer_name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VARCHAR2(50)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VARCHAR2(50)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1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1"/>
          <p:cNvSpPr/>
          <p:nvPr/>
        </p:nvSpPr>
        <p:spPr>
          <a:xfrm>
            <a:off x="411480" y="4389120"/>
            <a:ext cx="8318754" cy="411480"/>
          </a:xfrm>
          <a:prstGeom prst="roundRect">
            <a:avLst>
              <a:gd name="adj" fmla="val 16667"/>
            </a:avLst>
          </a:prstGeom>
          <a:solidFill>
            <a:srgbClr val="FFEBDD"/>
          </a:solidFill>
          <a:ln/>
        </p:spPr>
      </p:sp>
      <p:sp>
        <p:nvSpPr>
          <p:cNvPr id="10" name="Text 2"/>
          <p:cNvSpPr txBox="1"/>
          <p:nvPr/>
        </p:nvSpPr>
        <p:spPr>
          <a:xfrm>
            <a:off x="548640" y="4389120"/>
            <a:ext cx="80238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F2933"/>
                </a:solidFill>
                <a:ea typeface="Calibri" pitchFamily="34" charset="-122"/>
                <a:cs typeface="Calibri" pitchFamily="34" charset="-120"/>
              </a:rPr>
              <a:t>Members 1:N Memberships | Membership_Plans 1:N Memberships | Trainers 1:N Memberships | Memberships 1:N Payments | Members 1:N Attendance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839799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1424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u="sng" dirty="0">
                <a:solidFill>
                  <a:schemeClr val="accent2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Conclusion </a:t>
            </a:r>
            <a:endParaRPr lang="en-US" sz="2500" u="sng" dirty="0">
              <a:solidFill>
                <a:schemeClr val="accent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BE7CC8-69F5-6B9E-27F8-E3D63674266C}"/>
              </a:ext>
            </a:extLst>
          </p:cNvPr>
          <p:cNvSpPr txBox="1"/>
          <p:nvPr/>
        </p:nvSpPr>
        <p:spPr>
          <a:xfrm>
            <a:off x="412448" y="1005023"/>
            <a:ext cx="8235434" cy="36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400" dirty="0"/>
              <a:t>The </a:t>
            </a:r>
            <a:r>
              <a:rPr lang="en-IN" sz="1400" b="1" dirty="0"/>
              <a:t>Gym Membership Management System</a:t>
            </a:r>
            <a:r>
              <a:rPr lang="en-IN" sz="1400" dirty="0"/>
              <a:t> provides a structured relational database for managing gym operations.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/>
              <a:t>The project demonstrates important DBMS concepts: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Tables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Primary &amp; Foreign Keys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Constraints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Relationships &amp; Cardinality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SQL Queries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JOIN Operations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Normalization up to </a:t>
            </a:r>
            <a:r>
              <a:rPr lang="en-IN" sz="1400" b="1" dirty="0"/>
              <a:t>3NF</a:t>
            </a:r>
            <a:endParaRPr lang="en-IN" sz="14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Data Integrity &amp; Reduced Redundancy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D19289-99F8-36D3-CC24-EA8A9C630721}"/>
              </a:ext>
            </a:extLst>
          </p:cNvPr>
          <p:cNvSpPr txBox="1"/>
          <p:nvPr/>
        </p:nvSpPr>
        <p:spPr>
          <a:xfrm>
            <a:off x="745958" y="1822121"/>
            <a:ext cx="7670131" cy="163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6000" dirty="0">
                <a:solidFill>
                  <a:srgbClr val="114F7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THANK YOU</a:t>
            </a:r>
          </a:p>
          <a:p>
            <a:pPr algn="ctr"/>
            <a:r>
              <a:rPr lang="en-US" sz="1200" u="sng" dirty="0">
                <a:solidFill>
                  <a:schemeClr val="accent2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Questions &amp; Answers</a:t>
            </a:r>
            <a:endParaRPr lang="en-US" sz="1200" u="sng" dirty="0">
              <a:solidFill>
                <a:schemeClr val="accent2"/>
              </a:solidFill>
            </a:endParaRPr>
          </a:p>
          <a:p>
            <a:pPr marL="0" indent="0" algn="ctr">
              <a:lnSpc>
                <a:spcPct val="104000"/>
              </a:lnSpc>
              <a:buNone/>
            </a:pPr>
            <a:endParaRPr lang="en-US" sz="2850" dirty="0">
              <a:solidFill>
                <a:srgbClr val="114F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333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bms">
      <a:majorFont>
        <a:latin typeface="Instrument Sans SemiBold"/>
        <a:ea typeface=""/>
        <a:cs typeface=""/>
      </a:majorFont>
      <a:minorFont>
        <a:latin typeface="Instrument Sans Semi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3555</Words>
  <Application>Microsoft Office PowerPoint</Application>
  <PresentationFormat>On-screen Show (16:9)</PresentationFormat>
  <Paragraphs>926</Paragraphs>
  <Slides>33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Tw Cen MT</vt:lpstr>
      <vt:lpstr>Instrument Sans Bold</vt:lpstr>
      <vt:lpstr>Consolas</vt:lpstr>
      <vt:lpstr>Instrument Sans SemiBold</vt:lpstr>
      <vt:lpstr>Instrument Sans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 Praneeth</cp:lastModifiedBy>
  <cp:revision>18</cp:revision>
  <dcterms:created xsi:type="dcterms:W3CDTF">2026-08-15T14:32:35Z</dcterms:created>
  <dcterms:modified xsi:type="dcterms:W3CDTF">2026-10-04T11:35:35Z</dcterms:modified>
</cp:coreProperties>
</file>